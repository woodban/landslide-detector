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3"/>
  </p:notesMasterIdLst>
  <p:sldIdLst>
    <p:sldId id="256" r:id="rId2"/>
    <p:sldId id="257" r:id="rId3"/>
    <p:sldId id="260" r:id="rId4"/>
    <p:sldId id="265" r:id="rId5"/>
    <p:sldId id="266" r:id="rId6"/>
    <p:sldId id="283" r:id="rId7"/>
    <p:sldId id="268" r:id="rId8"/>
    <p:sldId id="285" r:id="rId9"/>
    <p:sldId id="269" r:id="rId10"/>
    <p:sldId id="284" r:id="rId11"/>
    <p:sldId id="282" r:id="rId12"/>
  </p:sldIdLst>
  <p:sldSz cx="9144000" cy="5715000" type="screen16x10"/>
  <p:notesSz cx="6858000" cy="9144000"/>
  <p:embeddedFontLst>
    <p:embeddedFont>
      <p:font typeface="Handlee" panose="020B0604020202020204" charset="0"/>
      <p:regular r:id="rId14"/>
    </p:embeddedFont>
    <p:embeddedFont>
      <p:font typeface="Segoe UI Light" panose="020B0502040204020203" pitchFamily="34" charset="0"/>
      <p:regular r:id="rId15"/>
      <p:italic r:id="rId16"/>
    </p:embeddedFont>
    <p:embeddedFont>
      <p:font typeface="Barlow Condensed" panose="020B0604020202020204" charset="0"/>
      <p:regular r:id="rId17"/>
      <p:bold r:id="rId18"/>
      <p:italic r:id="rId19"/>
      <p:boldItalic r:id="rId20"/>
    </p:embeddedFont>
    <p:embeddedFont>
      <p:font typeface="Arial Narrow" panose="020B0606020202030204" pitchFamily="34" charset="0"/>
      <p:regular r:id="rId21"/>
      <p:bold r:id="rId22"/>
      <p:italic r:id="rId23"/>
      <p:boldItalic r:id="rId24"/>
    </p:embeddedFont>
    <p:embeddedFont>
      <p:font typeface="Roboto Condensed" panose="020B0604020202020204" charset="0"/>
      <p:regular r:id="rId25"/>
      <p:bold r:id="rId26"/>
      <p:italic r:id="rId27"/>
      <p:boldItalic r:id="rId28"/>
    </p:embeddedFont>
    <p:embeddedFont>
      <p:font typeface="Homemade Apple" panose="020B0604020202020204" charset="0"/>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CC1003-7D5E-461A-AC8B-2D183333BFCB}">
  <a:tblStyle styleId="{AECC1003-7D5E-461A-AC8B-2D183333BFCB}"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0" d="100"/>
          <a:sy n="130" d="100"/>
        </p:scale>
        <p:origin x="1074" y="96"/>
      </p:cViewPr>
      <p:guideLst>
        <p:guide orient="horz" pos="180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6012" y="685800"/>
            <a:ext cx="54867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45664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1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0" name="Google Shape;420;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1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0" name="Google Shape;420;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60583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4" name="Google Shape;4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4" name="Google Shape;4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45591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940347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6.jpg"/><Relationship Id="rId5" Type="http://schemas.openxmlformats.org/officeDocument/2006/relationships/image" Target="../media/image5.jpg"/><Relationship Id="rId10" Type="http://schemas.openxmlformats.org/officeDocument/2006/relationships/image" Target="../media/image10.png"/><Relationship Id="rId4" Type="http://schemas.openxmlformats.org/officeDocument/2006/relationships/image" Target="../media/image4.jp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ue">
  <p:cSld name="CUSTOM">
    <p:spTree>
      <p:nvGrpSpPr>
        <p:cNvPr id="1" name="Shape 11"/>
        <p:cNvGrpSpPr/>
        <p:nvPr/>
      </p:nvGrpSpPr>
      <p:grpSpPr>
        <a:xfrm>
          <a:off x="0" y="0"/>
          <a:ext cx="0" cy="0"/>
          <a:chOff x="0" y="0"/>
          <a:chExt cx="0" cy="0"/>
        </a:xfrm>
      </p:grpSpPr>
      <p:pic>
        <p:nvPicPr>
          <p:cNvPr id="12" name="Google Shape;12;p2" descr="A picture containing court, player, standing, person&#10;&#10;Description automatically generated"/>
          <p:cNvPicPr preferRelativeResize="0"/>
          <p:nvPr/>
        </p:nvPicPr>
        <p:blipFill rotWithShape="1">
          <a:blip r:embed="rId2">
            <a:alphaModFix/>
          </a:blip>
          <a:srcRect l="92081" t="87411" b="66"/>
          <a:stretch/>
        </p:blipFill>
        <p:spPr>
          <a:xfrm>
            <a:off x="8817195" y="4930159"/>
            <a:ext cx="305503" cy="784841"/>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3" name="Google Shape;13;p2" descr="A picture containing grass, court, standing, person&#10;&#10;Description automatically generated"/>
          <p:cNvPicPr preferRelativeResize="0"/>
          <p:nvPr/>
        </p:nvPicPr>
        <p:blipFill rotWithShape="1">
          <a:blip r:embed="rId3">
            <a:alphaModFix/>
          </a:blip>
          <a:srcRect l="92081" t="75441" b="12037"/>
          <a:stretch/>
        </p:blipFill>
        <p:spPr>
          <a:xfrm>
            <a:off x="8817195" y="4226061"/>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4" name="Google Shape;14;p2" descr="A picture containing person, standing, walking, bird&#10;&#10;Description automatically generated"/>
          <p:cNvPicPr preferRelativeResize="0"/>
          <p:nvPr/>
        </p:nvPicPr>
        <p:blipFill rotWithShape="1">
          <a:blip r:embed="rId4">
            <a:alphaModFix/>
          </a:blip>
          <a:srcRect l="92081" t="62868" b="24609"/>
          <a:stretch/>
        </p:blipFill>
        <p:spPr>
          <a:xfrm>
            <a:off x="8817195" y="3521962"/>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5" name="Google Shape;15;p2" descr="A close up of a beach&#10;&#10;Description automatically generated"/>
          <p:cNvPicPr preferRelativeResize="0"/>
          <p:nvPr/>
        </p:nvPicPr>
        <p:blipFill rotWithShape="1">
          <a:blip r:embed="rId5">
            <a:alphaModFix/>
          </a:blip>
          <a:srcRect l="92081" t="50294" b="37183"/>
          <a:stretch/>
        </p:blipFill>
        <p:spPr>
          <a:xfrm>
            <a:off x="8817195" y="2817863"/>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6" name="Google Shape;16;p2" descr="A picture containing racket, court, holding, ball&#10;&#10;Description automatically generated"/>
          <p:cNvPicPr preferRelativeResize="0"/>
          <p:nvPr/>
        </p:nvPicPr>
        <p:blipFill rotWithShape="1">
          <a:blip r:embed="rId6">
            <a:alphaModFix/>
          </a:blip>
          <a:srcRect l="92081" t="37721" b="49756"/>
          <a:stretch/>
        </p:blipFill>
        <p:spPr>
          <a:xfrm>
            <a:off x="8817195" y="2113763"/>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7" name="Google Shape;17;p2" descr="A close up of a purple background&#10;&#10;Description automatically generated"/>
          <p:cNvPicPr preferRelativeResize="0"/>
          <p:nvPr/>
        </p:nvPicPr>
        <p:blipFill rotWithShape="1">
          <a:blip r:embed="rId7">
            <a:alphaModFix/>
          </a:blip>
          <a:srcRect l="92081" t="25145" b="62331"/>
          <a:stretch/>
        </p:blipFill>
        <p:spPr>
          <a:xfrm>
            <a:off x="8817195" y="1409664"/>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8" name="Google Shape;18;p2" descr="A picture containing person, holding, player, court&#10;&#10;Description automatically generated"/>
          <p:cNvPicPr preferRelativeResize="0"/>
          <p:nvPr/>
        </p:nvPicPr>
        <p:blipFill rotWithShape="1">
          <a:blip r:embed="rId8">
            <a:alphaModFix/>
          </a:blip>
          <a:srcRect l="92081" t="12572" b="74905"/>
          <a:stretch/>
        </p:blipFill>
        <p:spPr>
          <a:xfrm>
            <a:off x="8817195" y="705565"/>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9" name="Google Shape;19;p2" descr="A picture containing table, person, water, standing&#10;&#10;Description automatically generated"/>
          <p:cNvPicPr preferRelativeResize="0"/>
          <p:nvPr/>
        </p:nvPicPr>
        <p:blipFill rotWithShape="1">
          <a:blip r:embed="rId9">
            <a:alphaModFix/>
          </a:blip>
          <a:srcRect/>
          <a:stretch/>
        </p:blipFill>
        <p:spPr>
          <a:xfrm>
            <a:off x="1" y="-3629"/>
            <a:ext cx="9176656" cy="5765800"/>
          </a:xfrm>
          <a:prstGeom prst="rect">
            <a:avLst/>
          </a:prstGeom>
          <a:noFill/>
          <a:ln>
            <a:noFill/>
          </a:ln>
        </p:spPr>
      </p:pic>
      <p:sp>
        <p:nvSpPr>
          <p:cNvPr id="20" name="Google Shape;20;p2"/>
          <p:cNvSpPr/>
          <p:nvPr/>
        </p:nvSpPr>
        <p:spPr>
          <a:xfrm>
            <a:off x="2317807" y="2673003"/>
            <a:ext cx="6553200" cy="2725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 name="Google Shape;21;p2"/>
          <p:cNvPicPr preferRelativeResize="0"/>
          <p:nvPr/>
        </p:nvPicPr>
        <p:blipFill rotWithShape="1">
          <a:blip r:embed="rId10">
            <a:alphaModFix/>
          </a:blip>
          <a:srcRect/>
          <a:stretch/>
        </p:blipFill>
        <p:spPr>
          <a:xfrm>
            <a:off x="71575" y="0"/>
            <a:ext cx="126875" cy="5774149"/>
          </a:xfrm>
          <a:prstGeom prst="rect">
            <a:avLst/>
          </a:prstGeom>
          <a:noFill/>
          <a:ln>
            <a:noFill/>
          </a:ln>
        </p:spPr>
      </p:pic>
      <p:sp>
        <p:nvSpPr>
          <p:cNvPr id="22" name="Google Shape;22;p2"/>
          <p:cNvSpPr txBox="1">
            <a:spLocks noGrp="1"/>
          </p:cNvSpPr>
          <p:nvPr>
            <p:ph type="title"/>
          </p:nvPr>
        </p:nvSpPr>
        <p:spPr>
          <a:xfrm>
            <a:off x="3159473" y="3056650"/>
            <a:ext cx="5505300" cy="1648800"/>
          </a:xfrm>
          <a:prstGeom prst="rect">
            <a:avLst/>
          </a:prstGeom>
          <a:noFill/>
          <a:ln>
            <a:noFill/>
          </a:ln>
        </p:spPr>
        <p:txBody>
          <a:bodyPr spcFirstLastPara="1" wrap="square" lIns="121875" tIns="121875" rIns="121875" bIns="121875" anchor="ctr" anchorCtr="0">
            <a:noAutofit/>
          </a:bodyPr>
          <a:lstStyle>
            <a:lvl1pPr lvl="0" algn="r">
              <a:lnSpc>
                <a:spcPct val="100000"/>
              </a:lnSpc>
              <a:spcBef>
                <a:spcPts val="0"/>
              </a:spcBef>
              <a:spcAft>
                <a:spcPts val="0"/>
              </a:spcAft>
              <a:buClr>
                <a:srgbClr val="729BC0"/>
              </a:buClr>
              <a:buSzPts val="5000"/>
              <a:buNone/>
              <a:defRPr sz="5000" b="1">
                <a:solidFill>
                  <a:srgbClr val="729BC0"/>
                </a:solidFill>
              </a:defRPr>
            </a:lvl1pPr>
            <a:lvl2pPr lvl="1" algn="l">
              <a:lnSpc>
                <a:spcPct val="100000"/>
              </a:lnSpc>
              <a:spcBef>
                <a:spcPts val="0"/>
              </a:spcBef>
              <a:spcAft>
                <a:spcPts val="0"/>
              </a:spcAft>
              <a:buClr>
                <a:srgbClr val="729BC0"/>
              </a:buClr>
              <a:buSzPts val="5000"/>
              <a:buNone/>
              <a:defRPr sz="5000" b="1">
                <a:solidFill>
                  <a:srgbClr val="729BC0"/>
                </a:solidFill>
              </a:defRPr>
            </a:lvl2pPr>
            <a:lvl3pPr lvl="2" algn="l">
              <a:lnSpc>
                <a:spcPct val="100000"/>
              </a:lnSpc>
              <a:spcBef>
                <a:spcPts val="0"/>
              </a:spcBef>
              <a:spcAft>
                <a:spcPts val="0"/>
              </a:spcAft>
              <a:buClr>
                <a:srgbClr val="729BC0"/>
              </a:buClr>
              <a:buSzPts val="5000"/>
              <a:buNone/>
              <a:defRPr sz="5000" b="1">
                <a:solidFill>
                  <a:srgbClr val="729BC0"/>
                </a:solidFill>
              </a:defRPr>
            </a:lvl3pPr>
            <a:lvl4pPr lvl="3" algn="l">
              <a:lnSpc>
                <a:spcPct val="100000"/>
              </a:lnSpc>
              <a:spcBef>
                <a:spcPts val="0"/>
              </a:spcBef>
              <a:spcAft>
                <a:spcPts val="0"/>
              </a:spcAft>
              <a:buClr>
                <a:srgbClr val="729BC0"/>
              </a:buClr>
              <a:buSzPts val="5000"/>
              <a:buNone/>
              <a:defRPr sz="5000" b="1">
                <a:solidFill>
                  <a:srgbClr val="729BC0"/>
                </a:solidFill>
              </a:defRPr>
            </a:lvl4pPr>
            <a:lvl5pPr lvl="4" algn="l">
              <a:lnSpc>
                <a:spcPct val="100000"/>
              </a:lnSpc>
              <a:spcBef>
                <a:spcPts val="0"/>
              </a:spcBef>
              <a:spcAft>
                <a:spcPts val="0"/>
              </a:spcAft>
              <a:buClr>
                <a:srgbClr val="729BC0"/>
              </a:buClr>
              <a:buSzPts val="5000"/>
              <a:buNone/>
              <a:defRPr sz="5000" b="1">
                <a:solidFill>
                  <a:srgbClr val="729BC0"/>
                </a:solidFill>
              </a:defRPr>
            </a:lvl5pPr>
            <a:lvl6pPr lvl="5" algn="l">
              <a:lnSpc>
                <a:spcPct val="100000"/>
              </a:lnSpc>
              <a:spcBef>
                <a:spcPts val="0"/>
              </a:spcBef>
              <a:spcAft>
                <a:spcPts val="0"/>
              </a:spcAft>
              <a:buClr>
                <a:srgbClr val="729BC0"/>
              </a:buClr>
              <a:buSzPts val="5000"/>
              <a:buNone/>
              <a:defRPr sz="5000" b="1">
                <a:solidFill>
                  <a:srgbClr val="729BC0"/>
                </a:solidFill>
              </a:defRPr>
            </a:lvl6pPr>
            <a:lvl7pPr lvl="6" algn="l">
              <a:lnSpc>
                <a:spcPct val="100000"/>
              </a:lnSpc>
              <a:spcBef>
                <a:spcPts val="0"/>
              </a:spcBef>
              <a:spcAft>
                <a:spcPts val="0"/>
              </a:spcAft>
              <a:buClr>
                <a:srgbClr val="729BC0"/>
              </a:buClr>
              <a:buSzPts val="5000"/>
              <a:buNone/>
              <a:defRPr sz="5000" b="1">
                <a:solidFill>
                  <a:srgbClr val="729BC0"/>
                </a:solidFill>
              </a:defRPr>
            </a:lvl7pPr>
            <a:lvl8pPr lvl="7" algn="l">
              <a:lnSpc>
                <a:spcPct val="100000"/>
              </a:lnSpc>
              <a:spcBef>
                <a:spcPts val="0"/>
              </a:spcBef>
              <a:spcAft>
                <a:spcPts val="0"/>
              </a:spcAft>
              <a:buClr>
                <a:srgbClr val="729BC0"/>
              </a:buClr>
              <a:buSzPts val="5000"/>
              <a:buNone/>
              <a:defRPr sz="5000" b="1">
                <a:solidFill>
                  <a:srgbClr val="729BC0"/>
                </a:solidFill>
              </a:defRPr>
            </a:lvl8pPr>
            <a:lvl9pPr lvl="8" algn="l">
              <a:lnSpc>
                <a:spcPct val="100000"/>
              </a:lnSpc>
              <a:spcBef>
                <a:spcPts val="0"/>
              </a:spcBef>
              <a:spcAft>
                <a:spcPts val="0"/>
              </a:spcAft>
              <a:buClr>
                <a:srgbClr val="729BC0"/>
              </a:buClr>
              <a:buSzPts val="5000"/>
              <a:buNone/>
              <a:defRPr sz="5000" b="1">
                <a:solidFill>
                  <a:srgbClr val="729BC0"/>
                </a:solidFill>
              </a:defRPr>
            </a:lvl9pPr>
          </a:lstStyle>
          <a:p>
            <a:endParaRPr/>
          </a:p>
        </p:txBody>
      </p:sp>
      <p:sp>
        <p:nvSpPr>
          <p:cNvPr id="23" name="Google Shape;23;p2"/>
          <p:cNvSpPr txBox="1">
            <a:spLocks noGrp="1"/>
          </p:cNvSpPr>
          <p:nvPr>
            <p:ph type="subTitle" idx="1"/>
          </p:nvPr>
        </p:nvSpPr>
        <p:spPr>
          <a:xfrm>
            <a:off x="3138714" y="4859375"/>
            <a:ext cx="5525986" cy="466200"/>
          </a:xfrm>
          <a:prstGeom prst="rect">
            <a:avLst/>
          </a:prstGeom>
          <a:noFill/>
          <a:ln>
            <a:noFill/>
          </a:ln>
        </p:spPr>
        <p:txBody>
          <a:bodyPr spcFirstLastPara="1" wrap="square" lIns="121875" tIns="121875" rIns="121875" bIns="121875" anchor="t" anchorCtr="0">
            <a:noAutofit/>
          </a:bodyPr>
          <a:lstStyle>
            <a:lvl1pPr lvl="0" algn="r">
              <a:lnSpc>
                <a:spcPct val="115000"/>
              </a:lnSpc>
              <a:spcBef>
                <a:spcPts val="0"/>
              </a:spcBef>
              <a:spcAft>
                <a:spcPts val="0"/>
              </a:spcAft>
              <a:buSzPts val="2400"/>
              <a:buFont typeface="Homemade Apple"/>
              <a:buNone/>
              <a:defRPr>
                <a:latin typeface="Homemade Apple"/>
                <a:ea typeface="Homemade Apple"/>
                <a:cs typeface="Homemade Apple"/>
                <a:sym typeface="Homemade Apple"/>
              </a:defRPr>
            </a:lvl1pPr>
            <a:lvl2pPr lvl="1" algn="l">
              <a:lnSpc>
                <a:spcPct val="115000"/>
              </a:lnSpc>
              <a:spcBef>
                <a:spcPts val="2100"/>
              </a:spcBef>
              <a:spcAft>
                <a:spcPts val="0"/>
              </a:spcAft>
              <a:buSzPts val="1900"/>
              <a:buNone/>
              <a:defRPr/>
            </a:lvl2pPr>
            <a:lvl3pPr lvl="2" algn="l">
              <a:lnSpc>
                <a:spcPct val="115000"/>
              </a:lnSpc>
              <a:spcBef>
                <a:spcPts val="2100"/>
              </a:spcBef>
              <a:spcAft>
                <a:spcPts val="0"/>
              </a:spcAft>
              <a:buSzPts val="1900"/>
              <a:buNone/>
              <a:defRPr/>
            </a:lvl3pPr>
            <a:lvl4pPr lvl="3" algn="l">
              <a:lnSpc>
                <a:spcPct val="115000"/>
              </a:lnSpc>
              <a:spcBef>
                <a:spcPts val="2100"/>
              </a:spcBef>
              <a:spcAft>
                <a:spcPts val="0"/>
              </a:spcAft>
              <a:buSzPts val="1900"/>
              <a:buNone/>
              <a:defRPr/>
            </a:lvl4pPr>
            <a:lvl5pPr lvl="4" algn="l">
              <a:lnSpc>
                <a:spcPct val="115000"/>
              </a:lnSpc>
              <a:spcBef>
                <a:spcPts val="2100"/>
              </a:spcBef>
              <a:spcAft>
                <a:spcPts val="0"/>
              </a:spcAft>
              <a:buSzPts val="1900"/>
              <a:buNone/>
              <a:defRPr/>
            </a:lvl5pPr>
            <a:lvl6pPr lvl="5" algn="l">
              <a:lnSpc>
                <a:spcPct val="115000"/>
              </a:lnSpc>
              <a:spcBef>
                <a:spcPts val="2100"/>
              </a:spcBef>
              <a:spcAft>
                <a:spcPts val="0"/>
              </a:spcAft>
              <a:buSzPts val="1900"/>
              <a:buNone/>
              <a:defRPr/>
            </a:lvl6pPr>
            <a:lvl7pPr lvl="6" algn="l">
              <a:lnSpc>
                <a:spcPct val="115000"/>
              </a:lnSpc>
              <a:spcBef>
                <a:spcPts val="2100"/>
              </a:spcBef>
              <a:spcAft>
                <a:spcPts val="0"/>
              </a:spcAft>
              <a:buSzPts val="1900"/>
              <a:buNone/>
              <a:defRPr/>
            </a:lvl7pPr>
            <a:lvl8pPr lvl="7" algn="l">
              <a:lnSpc>
                <a:spcPct val="115000"/>
              </a:lnSpc>
              <a:spcBef>
                <a:spcPts val="2100"/>
              </a:spcBef>
              <a:spcAft>
                <a:spcPts val="0"/>
              </a:spcAft>
              <a:buSzPts val="1900"/>
              <a:buNone/>
              <a:defRPr/>
            </a:lvl8pPr>
            <a:lvl9pPr lvl="8" algn="l">
              <a:lnSpc>
                <a:spcPct val="115000"/>
              </a:lnSpc>
              <a:spcBef>
                <a:spcPts val="2100"/>
              </a:spcBef>
              <a:spcAft>
                <a:spcPts val="2100"/>
              </a:spcAft>
              <a:buSzPts val="19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ue sheet">
  <p:cSld name="CUSTOM_1">
    <p:spTree>
      <p:nvGrpSpPr>
        <p:cNvPr id="1" name="Shape 25"/>
        <p:cNvGrpSpPr/>
        <p:nvPr/>
      </p:nvGrpSpPr>
      <p:grpSpPr>
        <a:xfrm>
          <a:off x="0" y="0"/>
          <a:ext cx="0" cy="0"/>
          <a:chOff x="0" y="0"/>
          <a:chExt cx="0" cy="0"/>
        </a:xfrm>
      </p:grpSpPr>
      <p:sp>
        <p:nvSpPr>
          <p:cNvPr id="26" name="Google Shape;26;p3"/>
          <p:cNvSpPr txBox="1"/>
          <p:nvPr/>
        </p:nvSpPr>
        <p:spPr>
          <a:xfrm rot="5400000">
            <a:off x="-346250" y="4970322"/>
            <a:ext cx="987300" cy="4980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 sz="1100" b="0" i="0" u="none" strike="noStrike" cap="none">
                <a:solidFill>
                  <a:srgbClr val="729BC0"/>
                </a:solidFill>
                <a:latin typeface="Barlow Condensed"/>
                <a:ea typeface="Barlow Condensed"/>
                <a:cs typeface="Barlow Condensed"/>
                <a:sym typeface="Barlow Condensed"/>
              </a:rPr>
              <a:t>SLIDESMANIA.COM</a:t>
            </a:r>
            <a:endParaRPr sz="1100" b="0" i="0" u="none" strike="noStrike" cap="none">
              <a:solidFill>
                <a:srgbClr val="729BC0"/>
              </a:solidFill>
              <a:latin typeface="Barlow Condensed"/>
              <a:ea typeface="Barlow Condensed"/>
              <a:cs typeface="Barlow Condensed"/>
              <a:sym typeface="Barlow Condensed"/>
            </a:endParaRPr>
          </a:p>
        </p:txBody>
      </p:sp>
      <p:pic>
        <p:nvPicPr>
          <p:cNvPr id="27" name="Google Shape;27;p3" descr="A picture containing court, player, standing, person&#10;&#10;Description automatically generated"/>
          <p:cNvPicPr preferRelativeResize="0"/>
          <p:nvPr/>
        </p:nvPicPr>
        <p:blipFill rotWithShape="1">
          <a:blip r:embed="rId2">
            <a:alphaModFix/>
          </a:blip>
          <a:srcRect l="92081" t="87411" b="66"/>
          <a:stretch/>
        </p:blipFill>
        <p:spPr>
          <a:xfrm>
            <a:off x="8817195" y="4930159"/>
            <a:ext cx="305503" cy="784841"/>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28" name="Google Shape;28;p3" descr="A picture containing grass, court, standing, person&#10;&#10;Description automatically generated"/>
          <p:cNvPicPr preferRelativeResize="0"/>
          <p:nvPr/>
        </p:nvPicPr>
        <p:blipFill rotWithShape="1">
          <a:blip r:embed="rId3">
            <a:alphaModFix/>
          </a:blip>
          <a:srcRect l="92081" t="75441" b="12037"/>
          <a:stretch/>
        </p:blipFill>
        <p:spPr>
          <a:xfrm>
            <a:off x="8817195" y="4226061"/>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29" name="Google Shape;29;p3" descr="A picture containing person, standing, walking, bird&#10;&#10;Description automatically generated"/>
          <p:cNvPicPr preferRelativeResize="0"/>
          <p:nvPr/>
        </p:nvPicPr>
        <p:blipFill rotWithShape="1">
          <a:blip r:embed="rId4">
            <a:alphaModFix/>
          </a:blip>
          <a:srcRect l="92081" t="62868" b="24609"/>
          <a:stretch/>
        </p:blipFill>
        <p:spPr>
          <a:xfrm>
            <a:off x="8817195" y="3521962"/>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30" name="Google Shape;30;p3" descr="A close up of a beach&#10;&#10;Description automatically generated"/>
          <p:cNvPicPr preferRelativeResize="0"/>
          <p:nvPr/>
        </p:nvPicPr>
        <p:blipFill rotWithShape="1">
          <a:blip r:embed="rId5">
            <a:alphaModFix/>
          </a:blip>
          <a:srcRect l="92081" t="50294" b="37183"/>
          <a:stretch/>
        </p:blipFill>
        <p:spPr>
          <a:xfrm>
            <a:off x="8817195" y="2817863"/>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31" name="Google Shape;31;p3" descr="A picture containing racket, court, holding, ball&#10;&#10;Description automatically generated"/>
          <p:cNvPicPr preferRelativeResize="0"/>
          <p:nvPr/>
        </p:nvPicPr>
        <p:blipFill rotWithShape="1">
          <a:blip r:embed="rId6">
            <a:alphaModFix/>
          </a:blip>
          <a:srcRect l="92081" t="37721" b="49756"/>
          <a:stretch/>
        </p:blipFill>
        <p:spPr>
          <a:xfrm>
            <a:off x="8817195" y="2113763"/>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32" name="Google Shape;32;p3" descr="A close up of a purple background&#10;&#10;Description automatically generated"/>
          <p:cNvPicPr preferRelativeResize="0"/>
          <p:nvPr/>
        </p:nvPicPr>
        <p:blipFill rotWithShape="1">
          <a:blip r:embed="rId7">
            <a:alphaModFix/>
          </a:blip>
          <a:srcRect l="92081" t="25145" b="62331"/>
          <a:stretch/>
        </p:blipFill>
        <p:spPr>
          <a:xfrm>
            <a:off x="8817195" y="1409664"/>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33" name="Google Shape;33;p3" descr="A picture containing person, holding, player, court&#10;&#10;Description automatically generated"/>
          <p:cNvPicPr preferRelativeResize="0"/>
          <p:nvPr/>
        </p:nvPicPr>
        <p:blipFill rotWithShape="1">
          <a:blip r:embed="rId8">
            <a:alphaModFix/>
          </a:blip>
          <a:srcRect l="92081" t="12572" b="74905"/>
          <a:stretch/>
        </p:blipFill>
        <p:spPr>
          <a:xfrm>
            <a:off x="8817195" y="705565"/>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34" name="Google Shape;34;p3" descr="A picture containing person, standing, holding, water&#10;&#10;Description automatically generated"/>
          <p:cNvPicPr preferRelativeResize="0"/>
          <p:nvPr/>
        </p:nvPicPr>
        <p:blipFill rotWithShape="1">
          <a:blip r:embed="rId9">
            <a:alphaModFix/>
          </a:blip>
          <a:srcRect l="92081" b="87542"/>
          <a:stretch/>
        </p:blipFill>
        <p:spPr>
          <a:xfrm>
            <a:off x="8833181" y="0"/>
            <a:ext cx="305503" cy="710306"/>
          </a:xfrm>
          <a:custGeom>
            <a:avLst/>
            <a:gdLst/>
            <a:ahLst/>
            <a:cxnLst/>
            <a:rect l="l" t="t" r="r" b="b"/>
            <a:pathLst>
              <a:path w="543117" h="1144991" extrusionOk="0">
                <a:moveTo>
                  <a:pt x="90516" y="0"/>
                </a:moveTo>
                <a:lnTo>
                  <a:pt x="452601" y="0"/>
                </a:lnTo>
                <a:lnTo>
                  <a:pt x="487831" y="7113"/>
                </a:lnTo>
                <a:cubicBezTo>
                  <a:pt x="520320" y="20855"/>
                  <a:pt x="543117" y="53025"/>
                  <a:pt x="543117" y="90520"/>
                </a:cubicBezTo>
                <a:lnTo>
                  <a:pt x="543117" y="1054470"/>
                </a:lnTo>
                <a:cubicBezTo>
                  <a:pt x="543117" y="1104463"/>
                  <a:pt x="502589" y="1144991"/>
                  <a:pt x="452596" y="1144991"/>
                </a:cubicBezTo>
                <a:lnTo>
                  <a:pt x="90521" y="1144991"/>
                </a:lnTo>
                <a:cubicBezTo>
                  <a:pt x="40528" y="1144991"/>
                  <a:pt x="0" y="1104463"/>
                  <a:pt x="0" y="1054470"/>
                </a:cubicBezTo>
                <a:lnTo>
                  <a:pt x="0" y="90520"/>
                </a:lnTo>
                <a:cubicBezTo>
                  <a:pt x="0" y="53025"/>
                  <a:pt x="22797" y="20855"/>
                  <a:pt x="55287" y="7113"/>
                </a:cubicBezTo>
                <a:close/>
              </a:path>
            </a:pathLst>
          </a:custGeom>
          <a:noFill/>
          <a:ln>
            <a:noFill/>
          </a:ln>
          <a:effectLst>
            <a:outerShdw blurRad="50800" dist="38100" dir="2700000" algn="tl" rotWithShape="0">
              <a:srgbClr val="000000">
                <a:alpha val="40000"/>
              </a:srgbClr>
            </a:outerShdw>
          </a:effectLst>
        </p:spPr>
      </p:pic>
      <p:sp>
        <p:nvSpPr>
          <p:cNvPr id="35" name="Google Shape;35;p3"/>
          <p:cNvSpPr/>
          <p:nvPr/>
        </p:nvSpPr>
        <p:spPr>
          <a:xfrm>
            <a:off x="-1" y="0"/>
            <a:ext cx="8825023" cy="5715000"/>
          </a:xfrm>
          <a:prstGeom prst="rect">
            <a:avLst/>
          </a:prstGeom>
          <a:solidFill>
            <a:srgbClr val="FFFFFF"/>
          </a:solidFill>
          <a:ln w="9525" cap="flat" cmpd="sng">
            <a:solidFill>
              <a:srgbClr val="EFEFE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graphicFrame>
        <p:nvGraphicFramePr>
          <p:cNvPr id="36" name="Google Shape;36;p3"/>
          <p:cNvGraphicFramePr/>
          <p:nvPr/>
        </p:nvGraphicFramePr>
        <p:xfrm>
          <a:off x="156233" y="134203"/>
          <a:ext cx="8334575" cy="5242560"/>
        </p:xfrm>
        <a:graphic>
          <a:graphicData uri="http://schemas.openxmlformats.org/drawingml/2006/table">
            <a:tbl>
              <a:tblPr>
                <a:noFill/>
                <a:tableStyleId>{AECC1003-7D5E-461A-AC8B-2D183333BFCB}</a:tableStyleId>
              </a:tblPr>
              <a:tblGrid>
                <a:gridCol w="592900">
                  <a:extLst>
                    <a:ext uri="{9D8B030D-6E8A-4147-A177-3AD203B41FA5}">
                      <a16:colId xmlns:a16="http://schemas.microsoft.com/office/drawing/2014/main" val="20000"/>
                    </a:ext>
                  </a:extLst>
                </a:gridCol>
                <a:gridCol w="7741675">
                  <a:extLst>
                    <a:ext uri="{9D8B030D-6E8A-4147-A177-3AD203B41FA5}">
                      <a16:colId xmlns:a16="http://schemas.microsoft.com/office/drawing/2014/main" val="20001"/>
                    </a:ext>
                  </a:extLst>
                </a:gridCol>
              </a:tblGrid>
              <a:tr h="2829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82975">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829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82975">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7"/>
                  </a:ext>
                </a:extLst>
              </a:tr>
              <a:tr h="282975">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8"/>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9"/>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0"/>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1"/>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2"/>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3"/>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4"/>
                  </a:ext>
                </a:extLst>
              </a:tr>
              <a:tr h="272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729BC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729BC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5"/>
                  </a:ext>
                </a:extLst>
              </a:tr>
            </a:tbl>
          </a:graphicData>
        </a:graphic>
      </p:graphicFrame>
      <p:sp>
        <p:nvSpPr>
          <p:cNvPr id="37" name="Google Shape;37;p3"/>
          <p:cNvSpPr/>
          <p:nvPr/>
        </p:nvSpPr>
        <p:spPr>
          <a:xfrm>
            <a:off x="301" y="265815"/>
            <a:ext cx="8490300" cy="540599"/>
          </a:xfrm>
          <a:prstGeom prst="rect">
            <a:avLst/>
          </a:prstGeom>
          <a:solidFill>
            <a:srgbClr val="729B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8" name="Google Shape;38;p3"/>
          <p:cNvSpPr txBox="1">
            <a:spLocks noGrp="1"/>
          </p:cNvSpPr>
          <p:nvPr>
            <p:ph type="title"/>
          </p:nvPr>
        </p:nvSpPr>
        <p:spPr>
          <a:xfrm>
            <a:off x="502000" y="342969"/>
            <a:ext cx="7621200" cy="383700"/>
          </a:xfrm>
          <a:prstGeom prst="rect">
            <a:avLst/>
          </a:prstGeom>
          <a:noFill/>
          <a:ln>
            <a:noFill/>
          </a:ln>
        </p:spPr>
        <p:txBody>
          <a:bodyPr spcFirstLastPara="1" wrap="square" lIns="121875" tIns="121875" rIns="121875" bIns="121875" anchor="ctr" anchorCtr="0">
            <a:noAutofit/>
          </a:bodyPr>
          <a:lstStyle>
            <a:lvl1pPr lvl="0" algn="r">
              <a:lnSpc>
                <a:spcPct val="100000"/>
              </a:lnSpc>
              <a:spcBef>
                <a:spcPts val="0"/>
              </a:spcBef>
              <a:spcAft>
                <a:spcPts val="0"/>
              </a:spcAft>
              <a:buClr>
                <a:srgbClr val="FFFFFF"/>
              </a:buClr>
              <a:buSzPts val="3700"/>
              <a:buNone/>
              <a:defRPr b="1">
                <a:solidFill>
                  <a:srgbClr val="FFFFFF"/>
                </a:solidFill>
              </a:defRPr>
            </a:lvl1pPr>
            <a:lvl2pPr lvl="1" algn="r">
              <a:lnSpc>
                <a:spcPct val="100000"/>
              </a:lnSpc>
              <a:spcBef>
                <a:spcPts val="0"/>
              </a:spcBef>
              <a:spcAft>
                <a:spcPts val="0"/>
              </a:spcAft>
              <a:buSzPts val="3700"/>
              <a:buNone/>
              <a:defRPr/>
            </a:lvl2pPr>
            <a:lvl3pPr lvl="2" algn="r">
              <a:lnSpc>
                <a:spcPct val="100000"/>
              </a:lnSpc>
              <a:spcBef>
                <a:spcPts val="0"/>
              </a:spcBef>
              <a:spcAft>
                <a:spcPts val="0"/>
              </a:spcAft>
              <a:buSzPts val="3700"/>
              <a:buNone/>
              <a:defRPr/>
            </a:lvl3pPr>
            <a:lvl4pPr lvl="3" algn="r">
              <a:lnSpc>
                <a:spcPct val="100000"/>
              </a:lnSpc>
              <a:spcBef>
                <a:spcPts val="0"/>
              </a:spcBef>
              <a:spcAft>
                <a:spcPts val="0"/>
              </a:spcAft>
              <a:buSzPts val="3700"/>
              <a:buNone/>
              <a:defRPr/>
            </a:lvl4pPr>
            <a:lvl5pPr lvl="4" algn="r">
              <a:lnSpc>
                <a:spcPct val="100000"/>
              </a:lnSpc>
              <a:spcBef>
                <a:spcPts val="0"/>
              </a:spcBef>
              <a:spcAft>
                <a:spcPts val="0"/>
              </a:spcAft>
              <a:buSzPts val="3700"/>
              <a:buNone/>
              <a:defRPr/>
            </a:lvl5pPr>
            <a:lvl6pPr lvl="5" algn="r">
              <a:lnSpc>
                <a:spcPct val="100000"/>
              </a:lnSpc>
              <a:spcBef>
                <a:spcPts val="0"/>
              </a:spcBef>
              <a:spcAft>
                <a:spcPts val="0"/>
              </a:spcAft>
              <a:buSzPts val="3700"/>
              <a:buNone/>
              <a:defRPr/>
            </a:lvl6pPr>
            <a:lvl7pPr lvl="6" algn="r">
              <a:lnSpc>
                <a:spcPct val="100000"/>
              </a:lnSpc>
              <a:spcBef>
                <a:spcPts val="0"/>
              </a:spcBef>
              <a:spcAft>
                <a:spcPts val="0"/>
              </a:spcAft>
              <a:buSzPts val="3700"/>
              <a:buNone/>
              <a:defRPr/>
            </a:lvl7pPr>
            <a:lvl8pPr lvl="7" algn="r">
              <a:lnSpc>
                <a:spcPct val="100000"/>
              </a:lnSpc>
              <a:spcBef>
                <a:spcPts val="0"/>
              </a:spcBef>
              <a:spcAft>
                <a:spcPts val="0"/>
              </a:spcAft>
              <a:buSzPts val="3700"/>
              <a:buNone/>
              <a:defRPr/>
            </a:lvl8pPr>
            <a:lvl9pPr lvl="8" algn="r">
              <a:lnSpc>
                <a:spcPct val="100000"/>
              </a:lnSpc>
              <a:spcBef>
                <a:spcPts val="0"/>
              </a:spcBef>
              <a:spcAft>
                <a:spcPts val="0"/>
              </a:spcAft>
              <a:buSzPts val="3700"/>
              <a:buNone/>
              <a:defRPr/>
            </a:lvl9pPr>
          </a:lstStyle>
          <a:p>
            <a:endParaRPr/>
          </a:p>
        </p:txBody>
      </p:sp>
      <p:sp>
        <p:nvSpPr>
          <p:cNvPr id="39" name="Google Shape;39;p3"/>
          <p:cNvSpPr txBox="1">
            <a:spLocks noGrp="1"/>
          </p:cNvSpPr>
          <p:nvPr>
            <p:ph type="body" idx="1"/>
          </p:nvPr>
        </p:nvSpPr>
        <p:spPr>
          <a:xfrm>
            <a:off x="815167" y="966891"/>
            <a:ext cx="7621200" cy="4391700"/>
          </a:xfrm>
          <a:prstGeom prst="rect">
            <a:avLst/>
          </a:prstGeom>
          <a:noFill/>
          <a:ln>
            <a:noFill/>
          </a:ln>
        </p:spPr>
        <p:txBody>
          <a:bodyPr spcFirstLastPara="1" wrap="square" lIns="121875" tIns="121875" rIns="121875" bIns="121875" anchor="t" anchorCtr="0">
            <a:no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2100"/>
              </a:spcBef>
              <a:spcAft>
                <a:spcPts val="0"/>
              </a:spcAft>
              <a:buSzPts val="1900"/>
              <a:buChar char="○"/>
              <a:defRPr/>
            </a:lvl2pPr>
            <a:lvl3pPr marL="1371600" lvl="2" indent="-349250" algn="l">
              <a:lnSpc>
                <a:spcPct val="115000"/>
              </a:lnSpc>
              <a:spcBef>
                <a:spcPts val="2100"/>
              </a:spcBef>
              <a:spcAft>
                <a:spcPts val="0"/>
              </a:spcAft>
              <a:buSzPts val="1900"/>
              <a:buChar char="■"/>
              <a:defRPr/>
            </a:lvl3pPr>
            <a:lvl4pPr marL="1828800" lvl="3" indent="-349250" algn="l">
              <a:lnSpc>
                <a:spcPct val="115000"/>
              </a:lnSpc>
              <a:spcBef>
                <a:spcPts val="2100"/>
              </a:spcBef>
              <a:spcAft>
                <a:spcPts val="0"/>
              </a:spcAft>
              <a:buSzPts val="1900"/>
              <a:buChar char="●"/>
              <a:defRPr/>
            </a:lvl4pPr>
            <a:lvl5pPr marL="2286000" lvl="4" indent="-349250" algn="l">
              <a:lnSpc>
                <a:spcPct val="115000"/>
              </a:lnSpc>
              <a:spcBef>
                <a:spcPts val="2100"/>
              </a:spcBef>
              <a:spcAft>
                <a:spcPts val="0"/>
              </a:spcAft>
              <a:buSzPts val="1900"/>
              <a:buChar char="○"/>
              <a:defRPr/>
            </a:lvl5pPr>
            <a:lvl6pPr marL="2743200" lvl="5" indent="-349250" algn="l">
              <a:lnSpc>
                <a:spcPct val="115000"/>
              </a:lnSpc>
              <a:spcBef>
                <a:spcPts val="2100"/>
              </a:spcBef>
              <a:spcAft>
                <a:spcPts val="0"/>
              </a:spcAft>
              <a:buSzPts val="1900"/>
              <a:buChar char="■"/>
              <a:defRPr/>
            </a:lvl6pPr>
            <a:lvl7pPr marL="3200400" lvl="6" indent="-349250" algn="l">
              <a:lnSpc>
                <a:spcPct val="115000"/>
              </a:lnSpc>
              <a:spcBef>
                <a:spcPts val="2100"/>
              </a:spcBef>
              <a:spcAft>
                <a:spcPts val="0"/>
              </a:spcAft>
              <a:buSzPts val="1900"/>
              <a:buChar char="●"/>
              <a:defRPr/>
            </a:lvl7pPr>
            <a:lvl8pPr marL="3657600" lvl="7" indent="-349250" algn="l">
              <a:lnSpc>
                <a:spcPct val="115000"/>
              </a:lnSpc>
              <a:spcBef>
                <a:spcPts val="2100"/>
              </a:spcBef>
              <a:spcAft>
                <a:spcPts val="0"/>
              </a:spcAft>
              <a:buSzPts val="1900"/>
              <a:buChar char="○"/>
              <a:defRPr/>
            </a:lvl8pPr>
            <a:lvl9pPr marL="4114800" lvl="8" indent="-349250" algn="l">
              <a:lnSpc>
                <a:spcPct val="115000"/>
              </a:lnSpc>
              <a:spcBef>
                <a:spcPts val="2100"/>
              </a:spcBef>
              <a:spcAft>
                <a:spcPts val="2100"/>
              </a:spcAft>
              <a:buSzPts val="19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iolet sheet">
  <p:cSld name="CUSTOM_3">
    <p:spTree>
      <p:nvGrpSpPr>
        <p:cNvPr id="1" name="Shape 55"/>
        <p:cNvGrpSpPr/>
        <p:nvPr/>
      </p:nvGrpSpPr>
      <p:grpSpPr>
        <a:xfrm>
          <a:off x="0" y="0"/>
          <a:ext cx="0" cy="0"/>
          <a:chOff x="0" y="0"/>
          <a:chExt cx="0" cy="0"/>
        </a:xfrm>
      </p:grpSpPr>
      <p:pic>
        <p:nvPicPr>
          <p:cNvPr id="56" name="Google Shape;56;p5" descr="A picture containing court, player, standing, person&#10;&#10;Description automatically generated"/>
          <p:cNvPicPr preferRelativeResize="0"/>
          <p:nvPr/>
        </p:nvPicPr>
        <p:blipFill rotWithShape="1">
          <a:blip r:embed="rId2">
            <a:alphaModFix/>
          </a:blip>
          <a:srcRect l="92081" t="87411" b="66"/>
          <a:stretch/>
        </p:blipFill>
        <p:spPr>
          <a:xfrm>
            <a:off x="8817195" y="4930159"/>
            <a:ext cx="305503" cy="784841"/>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57" name="Google Shape;57;p5" descr="A picture containing grass, court, standing, person&#10;&#10;Description automatically generated"/>
          <p:cNvPicPr preferRelativeResize="0"/>
          <p:nvPr/>
        </p:nvPicPr>
        <p:blipFill rotWithShape="1">
          <a:blip r:embed="rId3">
            <a:alphaModFix/>
          </a:blip>
          <a:srcRect l="92081" t="75441" b="12037"/>
          <a:stretch/>
        </p:blipFill>
        <p:spPr>
          <a:xfrm>
            <a:off x="8817195" y="4226061"/>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58" name="Google Shape;58;p5" descr="A picture containing person, standing, walking, bird&#10;&#10;Description automatically generated"/>
          <p:cNvPicPr preferRelativeResize="0"/>
          <p:nvPr/>
        </p:nvPicPr>
        <p:blipFill rotWithShape="1">
          <a:blip r:embed="rId4">
            <a:alphaModFix/>
          </a:blip>
          <a:srcRect l="92081" t="62868" b="24609"/>
          <a:stretch/>
        </p:blipFill>
        <p:spPr>
          <a:xfrm>
            <a:off x="8817195" y="3521962"/>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59" name="Google Shape;59;p5" descr="A close up of a beach&#10;&#10;Description automatically generated"/>
          <p:cNvPicPr preferRelativeResize="0"/>
          <p:nvPr/>
        </p:nvPicPr>
        <p:blipFill rotWithShape="1">
          <a:blip r:embed="rId5">
            <a:alphaModFix/>
          </a:blip>
          <a:srcRect l="92081" t="50294" b="37183"/>
          <a:stretch/>
        </p:blipFill>
        <p:spPr>
          <a:xfrm>
            <a:off x="8817195" y="2817863"/>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60" name="Google Shape;60;p5" descr="A picture containing racket, court, holding, ball&#10;&#10;Description automatically generated"/>
          <p:cNvPicPr preferRelativeResize="0"/>
          <p:nvPr/>
        </p:nvPicPr>
        <p:blipFill rotWithShape="1">
          <a:blip r:embed="rId6">
            <a:alphaModFix/>
          </a:blip>
          <a:srcRect l="92081" t="37721" b="49756"/>
          <a:stretch/>
        </p:blipFill>
        <p:spPr>
          <a:xfrm>
            <a:off x="8817195" y="2113763"/>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61" name="Google Shape;61;p5" descr="A close up of a purple background&#10;&#10;Description automatically generated"/>
          <p:cNvPicPr preferRelativeResize="0"/>
          <p:nvPr/>
        </p:nvPicPr>
        <p:blipFill rotWithShape="1">
          <a:blip r:embed="rId7">
            <a:alphaModFix/>
          </a:blip>
          <a:srcRect l="92081" t="25145" b="62331"/>
          <a:stretch/>
        </p:blipFill>
        <p:spPr>
          <a:xfrm>
            <a:off x="8817195" y="1409664"/>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62" name="Google Shape;62;p5" descr="A picture containing person, holding, player, court&#10;&#10;Description automatically generated"/>
          <p:cNvPicPr preferRelativeResize="0"/>
          <p:nvPr/>
        </p:nvPicPr>
        <p:blipFill rotWithShape="1">
          <a:blip r:embed="rId8">
            <a:alphaModFix/>
          </a:blip>
          <a:srcRect l="92081" t="12572" b="74905"/>
          <a:stretch/>
        </p:blipFill>
        <p:spPr>
          <a:xfrm>
            <a:off x="8817195" y="705565"/>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63" name="Google Shape;63;p5" descr="A picture containing person, standing, holding, water&#10;&#10;Description automatically generated"/>
          <p:cNvPicPr preferRelativeResize="0"/>
          <p:nvPr/>
        </p:nvPicPr>
        <p:blipFill rotWithShape="1">
          <a:blip r:embed="rId9">
            <a:alphaModFix/>
          </a:blip>
          <a:srcRect l="92081" b="87542"/>
          <a:stretch/>
        </p:blipFill>
        <p:spPr>
          <a:xfrm>
            <a:off x="8833181" y="0"/>
            <a:ext cx="305503" cy="710306"/>
          </a:xfrm>
          <a:custGeom>
            <a:avLst/>
            <a:gdLst/>
            <a:ahLst/>
            <a:cxnLst/>
            <a:rect l="l" t="t" r="r" b="b"/>
            <a:pathLst>
              <a:path w="543117" h="1144991" extrusionOk="0">
                <a:moveTo>
                  <a:pt x="90516" y="0"/>
                </a:moveTo>
                <a:lnTo>
                  <a:pt x="452601" y="0"/>
                </a:lnTo>
                <a:lnTo>
                  <a:pt x="487831" y="7113"/>
                </a:lnTo>
                <a:cubicBezTo>
                  <a:pt x="520320" y="20855"/>
                  <a:pt x="543117" y="53025"/>
                  <a:pt x="543117" y="90520"/>
                </a:cubicBezTo>
                <a:lnTo>
                  <a:pt x="543117" y="1054470"/>
                </a:lnTo>
                <a:cubicBezTo>
                  <a:pt x="543117" y="1104463"/>
                  <a:pt x="502589" y="1144991"/>
                  <a:pt x="452596" y="1144991"/>
                </a:cubicBezTo>
                <a:lnTo>
                  <a:pt x="90521" y="1144991"/>
                </a:lnTo>
                <a:cubicBezTo>
                  <a:pt x="40528" y="1144991"/>
                  <a:pt x="0" y="1104463"/>
                  <a:pt x="0" y="1054470"/>
                </a:cubicBezTo>
                <a:lnTo>
                  <a:pt x="0" y="90520"/>
                </a:lnTo>
                <a:cubicBezTo>
                  <a:pt x="0" y="53025"/>
                  <a:pt x="22797" y="20855"/>
                  <a:pt x="55287" y="7113"/>
                </a:cubicBezTo>
                <a:close/>
              </a:path>
            </a:pathLst>
          </a:custGeom>
          <a:noFill/>
          <a:ln>
            <a:noFill/>
          </a:ln>
          <a:effectLst>
            <a:outerShdw blurRad="50800" dist="38100" dir="2700000" algn="tl" rotWithShape="0">
              <a:srgbClr val="000000">
                <a:alpha val="40000"/>
              </a:srgbClr>
            </a:outerShdw>
          </a:effectLst>
        </p:spPr>
      </p:pic>
      <p:sp>
        <p:nvSpPr>
          <p:cNvPr id="64" name="Google Shape;64;p5"/>
          <p:cNvSpPr/>
          <p:nvPr/>
        </p:nvSpPr>
        <p:spPr>
          <a:xfrm>
            <a:off x="-1" y="0"/>
            <a:ext cx="8825023" cy="5715000"/>
          </a:xfrm>
          <a:prstGeom prst="rect">
            <a:avLst/>
          </a:prstGeom>
          <a:solidFill>
            <a:srgbClr val="FFFFFF"/>
          </a:solidFill>
          <a:ln w="9525" cap="flat" cmpd="sng">
            <a:solidFill>
              <a:srgbClr val="EFEFE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graphicFrame>
        <p:nvGraphicFramePr>
          <p:cNvPr id="65" name="Google Shape;65;p5"/>
          <p:cNvGraphicFramePr/>
          <p:nvPr/>
        </p:nvGraphicFramePr>
        <p:xfrm>
          <a:off x="156233" y="134203"/>
          <a:ext cx="8334575" cy="5214000"/>
        </p:xfrm>
        <a:graphic>
          <a:graphicData uri="http://schemas.openxmlformats.org/drawingml/2006/table">
            <a:tbl>
              <a:tblPr>
                <a:noFill/>
                <a:tableStyleId>{AECC1003-7D5E-461A-AC8B-2D183333BFCB}</a:tableStyleId>
              </a:tblPr>
              <a:tblGrid>
                <a:gridCol w="592900">
                  <a:extLst>
                    <a:ext uri="{9D8B030D-6E8A-4147-A177-3AD203B41FA5}">
                      <a16:colId xmlns:a16="http://schemas.microsoft.com/office/drawing/2014/main" val="20000"/>
                    </a:ext>
                  </a:extLst>
                </a:gridCol>
                <a:gridCol w="7741675">
                  <a:extLst>
                    <a:ext uri="{9D8B030D-6E8A-4147-A177-3AD203B41FA5}">
                      <a16:colId xmlns:a16="http://schemas.microsoft.com/office/drawing/2014/main" val="20001"/>
                    </a:ext>
                  </a:extLst>
                </a:gridCol>
              </a:tblGrid>
              <a:tr h="291375">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91375">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91375">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7"/>
                  </a:ext>
                </a:extLst>
              </a:tr>
              <a:tr h="291375">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8"/>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9"/>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0"/>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1"/>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2"/>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3"/>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4"/>
                  </a:ext>
                </a:extLst>
              </a:tr>
              <a:tr h="3373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645FAE"/>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645FA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5"/>
                  </a:ext>
                </a:extLst>
              </a:tr>
            </a:tbl>
          </a:graphicData>
        </a:graphic>
      </p:graphicFrame>
      <p:sp>
        <p:nvSpPr>
          <p:cNvPr id="66" name="Google Shape;66;p5"/>
          <p:cNvSpPr/>
          <p:nvPr/>
        </p:nvSpPr>
        <p:spPr>
          <a:xfrm>
            <a:off x="301" y="265815"/>
            <a:ext cx="8490300" cy="540599"/>
          </a:xfrm>
          <a:prstGeom prst="rect">
            <a:avLst/>
          </a:prstGeom>
          <a:solidFill>
            <a:srgbClr val="645FA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67" name="Google Shape;67;p5"/>
          <p:cNvSpPr txBox="1">
            <a:spLocks noGrp="1"/>
          </p:cNvSpPr>
          <p:nvPr>
            <p:ph type="title"/>
          </p:nvPr>
        </p:nvSpPr>
        <p:spPr>
          <a:xfrm>
            <a:off x="502000" y="342969"/>
            <a:ext cx="7621200" cy="383700"/>
          </a:xfrm>
          <a:prstGeom prst="rect">
            <a:avLst/>
          </a:prstGeom>
          <a:noFill/>
          <a:ln>
            <a:noFill/>
          </a:ln>
        </p:spPr>
        <p:txBody>
          <a:bodyPr spcFirstLastPara="1" wrap="square" lIns="121875" tIns="121875" rIns="121875" bIns="121875" anchor="ctr" anchorCtr="0">
            <a:noAutofit/>
          </a:bodyPr>
          <a:lstStyle>
            <a:lvl1pPr lvl="0" algn="r">
              <a:lnSpc>
                <a:spcPct val="100000"/>
              </a:lnSpc>
              <a:spcBef>
                <a:spcPts val="0"/>
              </a:spcBef>
              <a:spcAft>
                <a:spcPts val="0"/>
              </a:spcAft>
              <a:buClr>
                <a:srgbClr val="FFFFFF"/>
              </a:buClr>
              <a:buSzPts val="3700"/>
              <a:buNone/>
              <a:defRPr b="1">
                <a:solidFill>
                  <a:srgbClr val="FFFFFF"/>
                </a:solidFill>
              </a:defRPr>
            </a:lvl1pPr>
            <a:lvl2pPr lvl="1" algn="r">
              <a:lnSpc>
                <a:spcPct val="100000"/>
              </a:lnSpc>
              <a:spcBef>
                <a:spcPts val="0"/>
              </a:spcBef>
              <a:spcAft>
                <a:spcPts val="0"/>
              </a:spcAft>
              <a:buSzPts val="3700"/>
              <a:buNone/>
              <a:defRPr/>
            </a:lvl2pPr>
            <a:lvl3pPr lvl="2" algn="r">
              <a:lnSpc>
                <a:spcPct val="100000"/>
              </a:lnSpc>
              <a:spcBef>
                <a:spcPts val="0"/>
              </a:spcBef>
              <a:spcAft>
                <a:spcPts val="0"/>
              </a:spcAft>
              <a:buSzPts val="3700"/>
              <a:buNone/>
              <a:defRPr/>
            </a:lvl3pPr>
            <a:lvl4pPr lvl="3" algn="r">
              <a:lnSpc>
                <a:spcPct val="100000"/>
              </a:lnSpc>
              <a:spcBef>
                <a:spcPts val="0"/>
              </a:spcBef>
              <a:spcAft>
                <a:spcPts val="0"/>
              </a:spcAft>
              <a:buSzPts val="3700"/>
              <a:buNone/>
              <a:defRPr/>
            </a:lvl4pPr>
            <a:lvl5pPr lvl="4" algn="r">
              <a:lnSpc>
                <a:spcPct val="100000"/>
              </a:lnSpc>
              <a:spcBef>
                <a:spcPts val="0"/>
              </a:spcBef>
              <a:spcAft>
                <a:spcPts val="0"/>
              </a:spcAft>
              <a:buSzPts val="3700"/>
              <a:buNone/>
              <a:defRPr/>
            </a:lvl5pPr>
            <a:lvl6pPr lvl="5" algn="r">
              <a:lnSpc>
                <a:spcPct val="100000"/>
              </a:lnSpc>
              <a:spcBef>
                <a:spcPts val="0"/>
              </a:spcBef>
              <a:spcAft>
                <a:spcPts val="0"/>
              </a:spcAft>
              <a:buSzPts val="3700"/>
              <a:buNone/>
              <a:defRPr/>
            </a:lvl6pPr>
            <a:lvl7pPr lvl="6" algn="r">
              <a:lnSpc>
                <a:spcPct val="100000"/>
              </a:lnSpc>
              <a:spcBef>
                <a:spcPts val="0"/>
              </a:spcBef>
              <a:spcAft>
                <a:spcPts val="0"/>
              </a:spcAft>
              <a:buSzPts val="3700"/>
              <a:buNone/>
              <a:defRPr/>
            </a:lvl7pPr>
            <a:lvl8pPr lvl="7" algn="r">
              <a:lnSpc>
                <a:spcPct val="100000"/>
              </a:lnSpc>
              <a:spcBef>
                <a:spcPts val="0"/>
              </a:spcBef>
              <a:spcAft>
                <a:spcPts val="0"/>
              </a:spcAft>
              <a:buSzPts val="3700"/>
              <a:buNone/>
              <a:defRPr/>
            </a:lvl8pPr>
            <a:lvl9pPr lvl="8" algn="r">
              <a:lnSpc>
                <a:spcPct val="100000"/>
              </a:lnSpc>
              <a:spcBef>
                <a:spcPts val="0"/>
              </a:spcBef>
              <a:spcAft>
                <a:spcPts val="0"/>
              </a:spcAft>
              <a:buSzPts val="3700"/>
              <a:buNone/>
              <a:defRPr/>
            </a:lvl9pPr>
          </a:lstStyle>
          <a:p>
            <a:endParaRPr/>
          </a:p>
        </p:txBody>
      </p:sp>
      <p:sp>
        <p:nvSpPr>
          <p:cNvPr id="68" name="Google Shape;68;p5"/>
          <p:cNvSpPr txBox="1">
            <a:spLocks noGrp="1"/>
          </p:cNvSpPr>
          <p:nvPr>
            <p:ph type="body" idx="1"/>
          </p:nvPr>
        </p:nvSpPr>
        <p:spPr>
          <a:xfrm>
            <a:off x="815167" y="966891"/>
            <a:ext cx="7621200" cy="4391700"/>
          </a:xfrm>
          <a:prstGeom prst="rect">
            <a:avLst/>
          </a:prstGeom>
          <a:noFill/>
          <a:ln>
            <a:noFill/>
          </a:ln>
        </p:spPr>
        <p:txBody>
          <a:bodyPr spcFirstLastPara="1" wrap="square" lIns="121875" tIns="121875" rIns="121875" bIns="121875" anchor="t" anchorCtr="0">
            <a:no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2100"/>
              </a:spcBef>
              <a:spcAft>
                <a:spcPts val="0"/>
              </a:spcAft>
              <a:buSzPts val="1900"/>
              <a:buChar char="○"/>
              <a:defRPr/>
            </a:lvl2pPr>
            <a:lvl3pPr marL="1371600" lvl="2" indent="-349250" algn="l">
              <a:lnSpc>
                <a:spcPct val="115000"/>
              </a:lnSpc>
              <a:spcBef>
                <a:spcPts val="2100"/>
              </a:spcBef>
              <a:spcAft>
                <a:spcPts val="0"/>
              </a:spcAft>
              <a:buSzPts val="1900"/>
              <a:buChar char="■"/>
              <a:defRPr/>
            </a:lvl3pPr>
            <a:lvl4pPr marL="1828800" lvl="3" indent="-349250" algn="l">
              <a:lnSpc>
                <a:spcPct val="115000"/>
              </a:lnSpc>
              <a:spcBef>
                <a:spcPts val="2100"/>
              </a:spcBef>
              <a:spcAft>
                <a:spcPts val="0"/>
              </a:spcAft>
              <a:buSzPts val="1900"/>
              <a:buChar char="●"/>
              <a:defRPr/>
            </a:lvl4pPr>
            <a:lvl5pPr marL="2286000" lvl="4" indent="-349250" algn="l">
              <a:lnSpc>
                <a:spcPct val="115000"/>
              </a:lnSpc>
              <a:spcBef>
                <a:spcPts val="2100"/>
              </a:spcBef>
              <a:spcAft>
                <a:spcPts val="0"/>
              </a:spcAft>
              <a:buSzPts val="1900"/>
              <a:buChar char="○"/>
              <a:defRPr/>
            </a:lvl5pPr>
            <a:lvl6pPr marL="2743200" lvl="5" indent="-349250" algn="l">
              <a:lnSpc>
                <a:spcPct val="115000"/>
              </a:lnSpc>
              <a:spcBef>
                <a:spcPts val="2100"/>
              </a:spcBef>
              <a:spcAft>
                <a:spcPts val="0"/>
              </a:spcAft>
              <a:buSzPts val="1900"/>
              <a:buChar char="■"/>
              <a:defRPr/>
            </a:lvl6pPr>
            <a:lvl7pPr marL="3200400" lvl="6" indent="-349250" algn="l">
              <a:lnSpc>
                <a:spcPct val="115000"/>
              </a:lnSpc>
              <a:spcBef>
                <a:spcPts val="2100"/>
              </a:spcBef>
              <a:spcAft>
                <a:spcPts val="0"/>
              </a:spcAft>
              <a:buSzPts val="1900"/>
              <a:buChar char="●"/>
              <a:defRPr/>
            </a:lvl7pPr>
            <a:lvl8pPr marL="3657600" lvl="7" indent="-349250" algn="l">
              <a:lnSpc>
                <a:spcPct val="115000"/>
              </a:lnSpc>
              <a:spcBef>
                <a:spcPts val="2100"/>
              </a:spcBef>
              <a:spcAft>
                <a:spcPts val="0"/>
              </a:spcAft>
              <a:buSzPts val="1900"/>
              <a:buChar char="○"/>
              <a:defRPr/>
            </a:lvl8pPr>
            <a:lvl9pPr marL="4114800" lvl="8" indent="-349250" algn="l">
              <a:lnSpc>
                <a:spcPct val="115000"/>
              </a:lnSpc>
              <a:spcBef>
                <a:spcPts val="2100"/>
              </a:spcBef>
              <a:spcAft>
                <a:spcPts val="2100"/>
              </a:spcAft>
              <a:buSzPts val="19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urple sheet">
  <p:cSld name="CUSTOM_5">
    <p:spTree>
      <p:nvGrpSpPr>
        <p:cNvPr id="1" name="Shape 84"/>
        <p:cNvGrpSpPr/>
        <p:nvPr/>
      </p:nvGrpSpPr>
      <p:grpSpPr>
        <a:xfrm>
          <a:off x="0" y="0"/>
          <a:ext cx="0" cy="0"/>
          <a:chOff x="0" y="0"/>
          <a:chExt cx="0" cy="0"/>
        </a:xfrm>
      </p:grpSpPr>
      <p:pic>
        <p:nvPicPr>
          <p:cNvPr id="85" name="Google Shape;85;p7" descr="A picture containing court, player, standing, person&#10;&#10;Description automatically generated"/>
          <p:cNvPicPr preferRelativeResize="0"/>
          <p:nvPr/>
        </p:nvPicPr>
        <p:blipFill rotWithShape="1">
          <a:blip r:embed="rId2">
            <a:alphaModFix/>
          </a:blip>
          <a:srcRect l="92081" t="87411" b="66"/>
          <a:stretch/>
        </p:blipFill>
        <p:spPr>
          <a:xfrm>
            <a:off x="8817195" y="4930159"/>
            <a:ext cx="305503" cy="784841"/>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86" name="Google Shape;86;p7" descr="A picture containing grass, court, standing, person&#10;&#10;Description automatically generated"/>
          <p:cNvPicPr preferRelativeResize="0"/>
          <p:nvPr/>
        </p:nvPicPr>
        <p:blipFill rotWithShape="1">
          <a:blip r:embed="rId3">
            <a:alphaModFix/>
          </a:blip>
          <a:srcRect l="92081" t="75441" b="12037"/>
          <a:stretch/>
        </p:blipFill>
        <p:spPr>
          <a:xfrm>
            <a:off x="8817195" y="4226061"/>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87" name="Google Shape;87;p7" descr="A picture containing person, standing, walking, bird&#10;&#10;Description automatically generated"/>
          <p:cNvPicPr preferRelativeResize="0"/>
          <p:nvPr/>
        </p:nvPicPr>
        <p:blipFill rotWithShape="1">
          <a:blip r:embed="rId4">
            <a:alphaModFix/>
          </a:blip>
          <a:srcRect l="92081" t="62868" b="24609"/>
          <a:stretch/>
        </p:blipFill>
        <p:spPr>
          <a:xfrm>
            <a:off x="8817195" y="3521962"/>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88" name="Google Shape;88;p7" descr="A close up of a beach&#10;&#10;Description automatically generated"/>
          <p:cNvPicPr preferRelativeResize="0"/>
          <p:nvPr/>
        </p:nvPicPr>
        <p:blipFill rotWithShape="1">
          <a:blip r:embed="rId5">
            <a:alphaModFix/>
          </a:blip>
          <a:srcRect l="92081" t="50294" b="37183"/>
          <a:stretch/>
        </p:blipFill>
        <p:spPr>
          <a:xfrm>
            <a:off x="8817195" y="2817863"/>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89" name="Google Shape;89;p7" descr="A picture containing racket, court, holding, ball&#10;&#10;Description automatically generated"/>
          <p:cNvPicPr preferRelativeResize="0"/>
          <p:nvPr/>
        </p:nvPicPr>
        <p:blipFill rotWithShape="1">
          <a:blip r:embed="rId6">
            <a:alphaModFix/>
          </a:blip>
          <a:srcRect l="92081" t="37721" b="49756"/>
          <a:stretch/>
        </p:blipFill>
        <p:spPr>
          <a:xfrm>
            <a:off x="8817195" y="2113763"/>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90" name="Google Shape;90;p7" descr="A close up of a purple background&#10;&#10;Description automatically generated"/>
          <p:cNvPicPr preferRelativeResize="0"/>
          <p:nvPr/>
        </p:nvPicPr>
        <p:blipFill rotWithShape="1">
          <a:blip r:embed="rId7">
            <a:alphaModFix/>
          </a:blip>
          <a:srcRect l="92081" t="25145" b="62331"/>
          <a:stretch/>
        </p:blipFill>
        <p:spPr>
          <a:xfrm>
            <a:off x="8817195" y="1409664"/>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91" name="Google Shape;91;p7" descr="A picture containing person, holding, player, court&#10;&#10;Description automatically generated"/>
          <p:cNvPicPr preferRelativeResize="0"/>
          <p:nvPr/>
        </p:nvPicPr>
        <p:blipFill rotWithShape="1">
          <a:blip r:embed="rId8">
            <a:alphaModFix/>
          </a:blip>
          <a:srcRect l="92081" t="12572" b="74905"/>
          <a:stretch/>
        </p:blipFill>
        <p:spPr>
          <a:xfrm>
            <a:off x="8817195" y="705565"/>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92" name="Google Shape;92;p7" descr="A picture containing person, standing, holding, water&#10;&#10;Description automatically generated"/>
          <p:cNvPicPr preferRelativeResize="0"/>
          <p:nvPr/>
        </p:nvPicPr>
        <p:blipFill rotWithShape="1">
          <a:blip r:embed="rId9">
            <a:alphaModFix/>
          </a:blip>
          <a:srcRect l="92081" b="87542"/>
          <a:stretch/>
        </p:blipFill>
        <p:spPr>
          <a:xfrm>
            <a:off x="8833181" y="0"/>
            <a:ext cx="305503" cy="710306"/>
          </a:xfrm>
          <a:custGeom>
            <a:avLst/>
            <a:gdLst/>
            <a:ahLst/>
            <a:cxnLst/>
            <a:rect l="l" t="t" r="r" b="b"/>
            <a:pathLst>
              <a:path w="543117" h="1144991" extrusionOk="0">
                <a:moveTo>
                  <a:pt x="90516" y="0"/>
                </a:moveTo>
                <a:lnTo>
                  <a:pt x="452601" y="0"/>
                </a:lnTo>
                <a:lnTo>
                  <a:pt x="487831" y="7113"/>
                </a:lnTo>
                <a:cubicBezTo>
                  <a:pt x="520320" y="20855"/>
                  <a:pt x="543117" y="53025"/>
                  <a:pt x="543117" y="90520"/>
                </a:cubicBezTo>
                <a:lnTo>
                  <a:pt x="543117" y="1054470"/>
                </a:lnTo>
                <a:cubicBezTo>
                  <a:pt x="543117" y="1104463"/>
                  <a:pt x="502589" y="1144991"/>
                  <a:pt x="452596" y="1144991"/>
                </a:cubicBezTo>
                <a:lnTo>
                  <a:pt x="90521" y="1144991"/>
                </a:lnTo>
                <a:cubicBezTo>
                  <a:pt x="40528" y="1144991"/>
                  <a:pt x="0" y="1104463"/>
                  <a:pt x="0" y="1054470"/>
                </a:cubicBezTo>
                <a:lnTo>
                  <a:pt x="0" y="90520"/>
                </a:lnTo>
                <a:cubicBezTo>
                  <a:pt x="0" y="53025"/>
                  <a:pt x="22797" y="20855"/>
                  <a:pt x="55287" y="7113"/>
                </a:cubicBezTo>
                <a:close/>
              </a:path>
            </a:pathLst>
          </a:custGeom>
          <a:noFill/>
          <a:ln>
            <a:noFill/>
          </a:ln>
          <a:effectLst>
            <a:outerShdw blurRad="50800" dist="38100" dir="2700000" algn="tl" rotWithShape="0">
              <a:srgbClr val="000000">
                <a:alpha val="40000"/>
              </a:srgbClr>
            </a:outerShdw>
          </a:effectLst>
        </p:spPr>
      </p:pic>
      <p:sp>
        <p:nvSpPr>
          <p:cNvPr id="93" name="Google Shape;93;p7"/>
          <p:cNvSpPr/>
          <p:nvPr/>
        </p:nvSpPr>
        <p:spPr>
          <a:xfrm>
            <a:off x="-1" y="0"/>
            <a:ext cx="8825023" cy="5715000"/>
          </a:xfrm>
          <a:prstGeom prst="rect">
            <a:avLst/>
          </a:prstGeom>
          <a:solidFill>
            <a:srgbClr val="FFFFFF"/>
          </a:solidFill>
          <a:ln w="9525" cap="flat" cmpd="sng">
            <a:solidFill>
              <a:srgbClr val="EFEFE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graphicFrame>
        <p:nvGraphicFramePr>
          <p:cNvPr id="94" name="Google Shape;94;p7"/>
          <p:cNvGraphicFramePr/>
          <p:nvPr/>
        </p:nvGraphicFramePr>
        <p:xfrm>
          <a:off x="156233" y="134202"/>
          <a:ext cx="8334575" cy="5235200"/>
        </p:xfrm>
        <a:graphic>
          <a:graphicData uri="http://schemas.openxmlformats.org/drawingml/2006/table">
            <a:tbl>
              <a:tblPr>
                <a:noFill/>
                <a:tableStyleId>{AECC1003-7D5E-461A-AC8B-2D183333BFCB}</a:tableStyleId>
              </a:tblPr>
              <a:tblGrid>
                <a:gridCol w="592900">
                  <a:extLst>
                    <a:ext uri="{9D8B030D-6E8A-4147-A177-3AD203B41FA5}">
                      <a16:colId xmlns:a16="http://schemas.microsoft.com/office/drawing/2014/main" val="20000"/>
                    </a:ext>
                  </a:extLst>
                </a:gridCol>
                <a:gridCol w="7741675">
                  <a:extLst>
                    <a:ext uri="{9D8B030D-6E8A-4147-A177-3AD203B41FA5}">
                      <a16:colId xmlns:a16="http://schemas.microsoft.com/office/drawing/2014/main" val="20001"/>
                    </a:ext>
                  </a:extLst>
                </a:gridCol>
              </a:tblGrid>
              <a:tr h="29255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9255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9255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7"/>
                  </a:ext>
                </a:extLst>
              </a:tr>
              <a:tr h="29255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8"/>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9"/>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0"/>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1"/>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2"/>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3"/>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4"/>
                  </a:ext>
                </a:extLst>
              </a:tr>
              <a:tr h="3387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A66FC3"/>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A66FC3"/>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5"/>
                  </a:ext>
                </a:extLst>
              </a:tr>
            </a:tbl>
          </a:graphicData>
        </a:graphic>
      </p:graphicFrame>
      <p:sp>
        <p:nvSpPr>
          <p:cNvPr id="95" name="Google Shape;95;p7"/>
          <p:cNvSpPr/>
          <p:nvPr/>
        </p:nvSpPr>
        <p:spPr>
          <a:xfrm>
            <a:off x="301" y="268544"/>
            <a:ext cx="8490300" cy="540000"/>
          </a:xfrm>
          <a:prstGeom prst="rect">
            <a:avLst/>
          </a:prstGeom>
          <a:solidFill>
            <a:srgbClr val="A66FC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96" name="Google Shape;96;p7"/>
          <p:cNvSpPr txBox="1">
            <a:spLocks noGrp="1"/>
          </p:cNvSpPr>
          <p:nvPr>
            <p:ph type="title"/>
          </p:nvPr>
        </p:nvSpPr>
        <p:spPr>
          <a:xfrm>
            <a:off x="502000" y="342969"/>
            <a:ext cx="7621200" cy="383700"/>
          </a:xfrm>
          <a:prstGeom prst="rect">
            <a:avLst/>
          </a:prstGeom>
          <a:noFill/>
          <a:ln>
            <a:noFill/>
          </a:ln>
        </p:spPr>
        <p:txBody>
          <a:bodyPr spcFirstLastPara="1" wrap="square" lIns="121875" tIns="121875" rIns="121875" bIns="121875" anchor="ctr" anchorCtr="0">
            <a:noAutofit/>
          </a:bodyPr>
          <a:lstStyle>
            <a:lvl1pPr lvl="0" algn="r">
              <a:lnSpc>
                <a:spcPct val="100000"/>
              </a:lnSpc>
              <a:spcBef>
                <a:spcPts val="0"/>
              </a:spcBef>
              <a:spcAft>
                <a:spcPts val="0"/>
              </a:spcAft>
              <a:buClr>
                <a:srgbClr val="FFFFFF"/>
              </a:buClr>
              <a:buSzPts val="3700"/>
              <a:buNone/>
              <a:defRPr b="1">
                <a:solidFill>
                  <a:srgbClr val="FFFFFF"/>
                </a:solidFill>
              </a:defRPr>
            </a:lvl1pPr>
            <a:lvl2pPr lvl="1" algn="r">
              <a:lnSpc>
                <a:spcPct val="100000"/>
              </a:lnSpc>
              <a:spcBef>
                <a:spcPts val="0"/>
              </a:spcBef>
              <a:spcAft>
                <a:spcPts val="0"/>
              </a:spcAft>
              <a:buSzPts val="3700"/>
              <a:buNone/>
              <a:defRPr/>
            </a:lvl2pPr>
            <a:lvl3pPr lvl="2" algn="r">
              <a:lnSpc>
                <a:spcPct val="100000"/>
              </a:lnSpc>
              <a:spcBef>
                <a:spcPts val="0"/>
              </a:spcBef>
              <a:spcAft>
                <a:spcPts val="0"/>
              </a:spcAft>
              <a:buSzPts val="3700"/>
              <a:buNone/>
              <a:defRPr/>
            </a:lvl3pPr>
            <a:lvl4pPr lvl="3" algn="r">
              <a:lnSpc>
                <a:spcPct val="100000"/>
              </a:lnSpc>
              <a:spcBef>
                <a:spcPts val="0"/>
              </a:spcBef>
              <a:spcAft>
                <a:spcPts val="0"/>
              </a:spcAft>
              <a:buSzPts val="3700"/>
              <a:buNone/>
              <a:defRPr/>
            </a:lvl4pPr>
            <a:lvl5pPr lvl="4" algn="r">
              <a:lnSpc>
                <a:spcPct val="100000"/>
              </a:lnSpc>
              <a:spcBef>
                <a:spcPts val="0"/>
              </a:spcBef>
              <a:spcAft>
                <a:spcPts val="0"/>
              </a:spcAft>
              <a:buSzPts val="3700"/>
              <a:buNone/>
              <a:defRPr/>
            </a:lvl5pPr>
            <a:lvl6pPr lvl="5" algn="r">
              <a:lnSpc>
                <a:spcPct val="100000"/>
              </a:lnSpc>
              <a:spcBef>
                <a:spcPts val="0"/>
              </a:spcBef>
              <a:spcAft>
                <a:spcPts val="0"/>
              </a:spcAft>
              <a:buSzPts val="3700"/>
              <a:buNone/>
              <a:defRPr/>
            </a:lvl6pPr>
            <a:lvl7pPr lvl="6" algn="r">
              <a:lnSpc>
                <a:spcPct val="100000"/>
              </a:lnSpc>
              <a:spcBef>
                <a:spcPts val="0"/>
              </a:spcBef>
              <a:spcAft>
                <a:spcPts val="0"/>
              </a:spcAft>
              <a:buSzPts val="3700"/>
              <a:buNone/>
              <a:defRPr/>
            </a:lvl7pPr>
            <a:lvl8pPr lvl="7" algn="r">
              <a:lnSpc>
                <a:spcPct val="100000"/>
              </a:lnSpc>
              <a:spcBef>
                <a:spcPts val="0"/>
              </a:spcBef>
              <a:spcAft>
                <a:spcPts val="0"/>
              </a:spcAft>
              <a:buSzPts val="3700"/>
              <a:buNone/>
              <a:defRPr/>
            </a:lvl8pPr>
            <a:lvl9pPr lvl="8" algn="r">
              <a:lnSpc>
                <a:spcPct val="100000"/>
              </a:lnSpc>
              <a:spcBef>
                <a:spcPts val="0"/>
              </a:spcBef>
              <a:spcAft>
                <a:spcPts val="0"/>
              </a:spcAft>
              <a:buSzPts val="3700"/>
              <a:buNone/>
              <a:defRPr/>
            </a:lvl9pPr>
          </a:lstStyle>
          <a:p>
            <a:endParaRPr/>
          </a:p>
        </p:txBody>
      </p:sp>
      <p:sp>
        <p:nvSpPr>
          <p:cNvPr id="97" name="Google Shape;97;p7"/>
          <p:cNvSpPr txBox="1">
            <a:spLocks noGrp="1"/>
          </p:cNvSpPr>
          <p:nvPr>
            <p:ph type="body" idx="1"/>
          </p:nvPr>
        </p:nvSpPr>
        <p:spPr>
          <a:xfrm>
            <a:off x="815167" y="966891"/>
            <a:ext cx="7621200" cy="4391700"/>
          </a:xfrm>
          <a:prstGeom prst="rect">
            <a:avLst/>
          </a:prstGeom>
          <a:noFill/>
          <a:ln>
            <a:noFill/>
          </a:ln>
        </p:spPr>
        <p:txBody>
          <a:bodyPr spcFirstLastPara="1" wrap="square" lIns="121875" tIns="121875" rIns="121875" bIns="121875" anchor="t" anchorCtr="0">
            <a:no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2100"/>
              </a:spcBef>
              <a:spcAft>
                <a:spcPts val="0"/>
              </a:spcAft>
              <a:buSzPts val="1900"/>
              <a:buChar char="○"/>
              <a:defRPr/>
            </a:lvl2pPr>
            <a:lvl3pPr marL="1371600" lvl="2" indent="-349250" algn="l">
              <a:lnSpc>
                <a:spcPct val="115000"/>
              </a:lnSpc>
              <a:spcBef>
                <a:spcPts val="2100"/>
              </a:spcBef>
              <a:spcAft>
                <a:spcPts val="0"/>
              </a:spcAft>
              <a:buSzPts val="1900"/>
              <a:buChar char="■"/>
              <a:defRPr/>
            </a:lvl3pPr>
            <a:lvl4pPr marL="1828800" lvl="3" indent="-349250" algn="l">
              <a:lnSpc>
                <a:spcPct val="115000"/>
              </a:lnSpc>
              <a:spcBef>
                <a:spcPts val="2100"/>
              </a:spcBef>
              <a:spcAft>
                <a:spcPts val="0"/>
              </a:spcAft>
              <a:buSzPts val="1900"/>
              <a:buChar char="●"/>
              <a:defRPr/>
            </a:lvl4pPr>
            <a:lvl5pPr marL="2286000" lvl="4" indent="-349250" algn="l">
              <a:lnSpc>
                <a:spcPct val="115000"/>
              </a:lnSpc>
              <a:spcBef>
                <a:spcPts val="2100"/>
              </a:spcBef>
              <a:spcAft>
                <a:spcPts val="0"/>
              </a:spcAft>
              <a:buSzPts val="1900"/>
              <a:buChar char="○"/>
              <a:defRPr/>
            </a:lvl5pPr>
            <a:lvl6pPr marL="2743200" lvl="5" indent="-349250" algn="l">
              <a:lnSpc>
                <a:spcPct val="115000"/>
              </a:lnSpc>
              <a:spcBef>
                <a:spcPts val="2100"/>
              </a:spcBef>
              <a:spcAft>
                <a:spcPts val="0"/>
              </a:spcAft>
              <a:buSzPts val="1900"/>
              <a:buChar char="■"/>
              <a:defRPr/>
            </a:lvl6pPr>
            <a:lvl7pPr marL="3200400" lvl="6" indent="-349250" algn="l">
              <a:lnSpc>
                <a:spcPct val="115000"/>
              </a:lnSpc>
              <a:spcBef>
                <a:spcPts val="2100"/>
              </a:spcBef>
              <a:spcAft>
                <a:spcPts val="0"/>
              </a:spcAft>
              <a:buSzPts val="1900"/>
              <a:buChar char="●"/>
              <a:defRPr/>
            </a:lvl7pPr>
            <a:lvl8pPr marL="3657600" lvl="7" indent="-349250" algn="l">
              <a:lnSpc>
                <a:spcPct val="115000"/>
              </a:lnSpc>
              <a:spcBef>
                <a:spcPts val="2100"/>
              </a:spcBef>
              <a:spcAft>
                <a:spcPts val="0"/>
              </a:spcAft>
              <a:buSzPts val="1900"/>
              <a:buChar char="○"/>
              <a:defRPr/>
            </a:lvl8pPr>
            <a:lvl9pPr marL="4114800" lvl="8" indent="-349250" algn="l">
              <a:lnSpc>
                <a:spcPct val="115000"/>
              </a:lnSpc>
              <a:spcBef>
                <a:spcPts val="2100"/>
              </a:spcBef>
              <a:spcAft>
                <a:spcPts val="2100"/>
              </a:spcAft>
              <a:buSzPts val="19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nk sheet">
  <p:cSld name="CUSTOM_7">
    <p:spTree>
      <p:nvGrpSpPr>
        <p:cNvPr id="1" name="Shape 113"/>
        <p:cNvGrpSpPr/>
        <p:nvPr/>
      </p:nvGrpSpPr>
      <p:grpSpPr>
        <a:xfrm>
          <a:off x="0" y="0"/>
          <a:ext cx="0" cy="0"/>
          <a:chOff x="0" y="0"/>
          <a:chExt cx="0" cy="0"/>
        </a:xfrm>
      </p:grpSpPr>
      <p:pic>
        <p:nvPicPr>
          <p:cNvPr id="114" name="Google Shape;114;p9" descr="A picture containing court, player, standing, person&#10;&#10;Description automatically generated"/>
          <p:cNvPicPr preferRelativeResize="0"/>
          <p:nvPr/>
        </p:nvPicPr>
        <p:blipFill rotWithShape="1">
          <a:blip r:embed="rId2">
            <a:alphaModFix/>
          </a:blip>
          <a:srcRect l="92081" t="87411" b="66"/>
          <a:stretch/>
        </p:blipFill>
        <p:spPr>
          <a:xfrm>
            <a:off x="8817195" y="4930159"/>
            <a:ext cx="305503" cy="784841"/>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15" name="Google Shape;115;p9" descr="A picture containing grass, court, standing, person&#10;&#10;Description automatically generated"/>
          <p:cNvPicPr preferRelativeResize="0"/>
          <p:nvPr/>
        </p:nvPicPr>
        <p:blipFill rotWithShape="1">
          <a:blip r:embed="rId3">
            <a:alphaModFix/>
          </a:blip>
          <a:srcRect l="92081" t="75441" b="12037"/>
          <a:stretch/>
        </p:blipFill>
        <p:spPr>
          <a:xfrm>
            <a:off x="8817195" y="4226061"/>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16" name="Google Shape;116;p9" descr="A picture containing person, standing, walking, bird&#10;&#10;Description automatically generated"/>
          <p:cNvPicPr preferRelativeResize="0"/>
          <p:nvPr/>
        </p:nvPicPr>
        <p:blipFill rotWithShape="1">
          <a:blip r:embed="rId4">
            <a:alphaModFix/>
          </a:blip>
          <a:srcRect l="92081" t="62868" b="24609"/>
          <a:stretch/>
        </p:blipFill>
        <p:spPr>
          <a:xfrm>
            <a:off x="8817195" y="3521962"/>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17" name="Google Shape;117;p9" descr="A close up of a beach&#10;&#10;Description automatically generated"/>
          <p:cNvPicPr preferRelativeResize="0"/>
          <p:nvPr/>
        </p:nvPicPr>
        <p:blipFill rotWithShape="1">
          <a:blip r:embed="rId5">
            <a:alphaModFix/>
          </a:blip>
          <a:srcRect l="92081" t="50294" b="37183"/>
          <a:stretch/>
        </p:blipFill>
        <p:spPr>
          <a:xfrm>
            <a:off x="8817195" y="2817863"/>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18" name="Google Shape;118;p9" descr="A picture containing racket, court, holding, ball&#10;&#10;Description automatically generated"/>
          <p:cNvPicPr preferRelativeResize="0"/>
          <p:nvPr/>
        </p:nvPicPr>
        <p:blipFill rotWithShape="1">
          <a:blip r:embed="rId6">
            <a:alphaModFix/>
          </a:blip>
          <a:srcRect l="92081" t="37721" b="49756"/>
          <a:stretch/>
        </p:blipFill>
        <p:spPr>
          <a:xfrm>
            <a:off x="8817195" y="2113763"/>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19" name="Google Shape;119;p9" descr="A close up of a purple background&#10;&#10;Description automatically generated"/>
          <p:cNvPicPr preferRelativeResize="0"/>
          <p:nvPr/>
        </p:nvPicPr>
        <p:blipFill rotWithShape="1">
          <a:blip r:embed="rId7">
            <a:alphaModFix/>
          </a:blip>
          <a:srcRect l="92081" t="25145" b="62331"/>
          <a:stretch/>
        </p:blipFill>
        <p:spPr>
          <a:xfrm>
            <a:off x="8817195" y="1409664"/>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20" name="Google Shape;120;p9" descr="A picture containing person, holding, player, court&#10;&#10;Description automatically generated"/>
          <p:cNvPicPr preferRelativeResize="0"/>
          <p:nvPr/>
        </p:nvPicPr>
        <p:blipFill rotWithShape="1">
          <a:blip r:embed="rId8">
            <a:alphaModFix/>
          </a:blip>
          <a:srcRect l="92081" t="12572" b="74905"/>
          <a:stretch/>
        </p:blipFill>
        <p:spPr>
          <a:xfrm>
            <a:off x="8817195" y="705565"/>
            <a:ext cx="305503" cy="709895"/>
          </a:xfrm>
          <a:custGeom>
            <a:avLst/>
            <a:gdLst/>
            <a:ahLst/>
            <a:cxnLst/>
            <a:rect l="l" t="t" r="r" b="b"/>
            <a:pathLst>
              <a:path w="543117" h="1144992" extrusionOk="0">
                <a:moveTo>
                  <a:pt x="90521" y="0"/>
                </a:moveTo>
                <a:lnTo>
                  <a:pt x="452596" y="0"/>
                </a:lnTo>
                <a:cubicBezTo>
                  <a:pt x="502589" y="0"/>
                  <a:pt x="543117" y="40528"/>
                  <a:pt x="543117" y="90521"/>
                </a:cubicBezTo>
                <a:lnTo>
                  <a:pt x="543117" y="1054471"/>
                </a:lnTo>
                <a:cubicBezTo>
                  <a:pt x="543117" y="1104464"/>
                  <a:pt x="502589" y="1144992"/>
                  <a:pt x="452596" y="1144992"/>
                </a:cubicBezTo>
                <a:lnTo>
                  <a:pt x="90521" y="1144992"/>
                </a:lnTo>
                <a:cubicBezTo>
                  <a:pt x="40528" y="1144992"/>
                  <a:pt x="0" y="1104464"/>
                  <a:pt x="0" y="1054471"/>
                </a:cubicBezTo>
                <a:lnTo>
                  <a:pt x="0" y="90521"/>
                </a:lnTo>
                <a:cubicBezTo>
                  <a:pt x="0" y="40528"/>
                  <a:pt x="40528" y="0"/>
                  <a:pt x="90521" y="0"/>
                </a:cubicBezTo>
                <a:close/>
              </a:path>
            </a:pathLst>
          </a:custGeom>
          <a:noFill/>
          <a:ln>
            <a:noFill/>
          </a:ln>
          <a:effectLst>
            <a:outerShdw blurRad="50800" dist="38100" dir="2700000" algn="tl" rotWithShape="0">
              <a:srgbClr val="000000">
                <a:alpha val="40000"/>
              </a:srgbClr>
            </a:outerShdw>
          </a:effectLst>
        </p:spPr>
      </p:pic>
      <p:pic>
        <p:nvPicPr>
          <p:cNvPr id="121" name="Google Shape;121;p9" descr="A picture containing person, standing, holding, water&#10;&#10;Description automatically generated"/>
          <p:cNvPicPr preferRelativeResize="0"/>
          <p:nvPr/>
        </p:nvPicPr>
        <p:blipFill rotWithShape="1">
          <a:blip r:embed="rId9">
            <a:alphaModFix/>
          </a:blip>
          <a:srcRect l="92081" b="87542"/>
          <a:stretch/>
        </p:blipFill>
        <p:spPr>
          <a:xfrm>
            <a:off x="8833181" y="0"/>
            <a:ext cx="305503" cy="710306"/>
          </a:xfrm>
          <a:custGeom>
            <a:avLst/>
            <a:gdLst/>
            <a:ahLst/>
            <a:cxnLst/>
            <a:rect l="l" t="t" r="r" b="b"/>
            <a:pathLst>
              <a:path w="543117" h="1144991" extrusionOk="0">
                <a:moveTo>
                  <a:pt x="90516" y="0"/>
                </a:moveTo>
                <a:lnTo>
                  <a:pt x="452601" y="0"/>
                </a:lnTo>
                <a:lnTo>
                  <a:pt x="487831" y="7113"/>
                </a:lnTo>
                <a:cubicBezTo>
                  <a:pt x="520320" y="20855"/>
                  <a:pt x="543117" y="53025"/>
                  <a:pt x="543117" y="90520"/>
                </a:cubicBezTo>
                <a:lnTo>
                  <a:pt x="543117" y="1054470"/>
                </a:lnTo>
                <a:cubicBezTo>
                  <a:pt x="543117" y="1104463"/>
                  <a:pt x="502589" y="1144991"/>
                  <a:pt x="452596" y="1144991"/>
                </a:cubicBezTo>
                <a:lnTo>
                  <a:pt x="90521" y="1144991"/>
                </a:lnTo>
                <a:cubicBezTo>
                  <a:pt x="40528" y="1144991"/>
                  <a:pt x="0" y="1104463"/>
                  <a:pt x="0" y="1054470"/>
                </a:cubicBezTo>
                <a:lnTo>
                  <a:pt x="0" y="90520"/>
                </a:lnTo>
                <a:cubicBezTo>
                  <a:pt x="0" y="53025"/>
                  <a:pt x="22797" y="20855"/>
                  <a:pt x="55287" y="7113"/>
                </a:cubicBezTo>
                <a:close/>
              </a:path>
            </a:pathLst>
          </a:custGeom>
          <a:noFill/>
          <a:ln>
            <a:noFill/>
          </a:ln>
          <a:effectLst>
            <a:outerShdw blurRad="50800" dist="38100" dir="2700000" algn="tl" rotWithShape="0">
              <a:srgbClr val="000000">
                <a:alpha val="40000"/>
              </a:srgbClr>
            </a:outerShdw>
          </a:effectLst>
        </p:spPr>
      </p:pic>
      <p:sp>
        <p:nvSpPr>
          <p:cNvPr id="122" name="Google Shape;122;p9"/>
          <p:cNvSpPr/>
          <p:nvPr/>
        </p:nvSpPr>
        <p:spPr>
          <a:xfrm>
            <a:off x="-1" y="0"/>
            <a:ext cx="8825023" cy="5715000"/>
          </a:xfrm>
          <a:prstGeom prst="rect">
            <a:avLst/>
          </a:prstGeom>
          <a:solidFill>
            <a:srgbClr val="FFFFFF"/>
          </a:solidFill>
          <a:ln w="9525" cap="flat" cmpd="sng">
            <a:solidFill>
              <a:srgbClr val="EFEFEF"/>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graphicFrame>
        <p:nvGraphicFramePr>
          <p:cNvPr id="123" name="Google Shape;123;p9"/>
          <p:cNvGraphicFramePr/>
          <p:nvPr/>
        </p:nvGraphicFramePr>
        <p:xfrm>
          <a:off x="156233" y="134202"/>
          <a:ext cx="8334575" cy="5240600"/>
        </p:xfrm>
        <a:graphic>
          <a:graphicData uri="http://schemas.openxmlformats.org/drawingml/2006/table">
            <a:tbl>
              <a:tblPr>
                <a:noFill/>
                <a:tableStyleId>{AECC1003-7D5E-461A-AC8B-2D183333BFCB}</a:tableStyleId>
              </a:tblPr>
              <a:tblGrid>
                <a:gridCol w="592900">
                  <a:extLst>
                    <a:ext uri="{9D8B030D-6E8A-4147-A177-3AD203B41FA5}">
                      <a16:colId xmlns:a16="http://schemas.microsoft.com/office/drawing/2014/main" val="20000"/>
                    </a:ext>
                  </a:extLst>
                </a:gridCol>
                <a:gridCol w="7741675">
                  <a:extLst>
                    <a:ext uri="{9D8B030D-6E8A-4147-A177-3AD203B41FA5}">
                      <a16:colId xmlns:a16="http://schemas.microsoft.com/office/drawing/2014/main" val="20001"/>
                    </a:ext>
                  </a:extLst>
                </a:gridCol>
              </a:tblGrid>
              <a:tr h="29285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9285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9285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7"/>
                  </a:ext>
                </a:extLst>
              </a:tr>
              <a:tr h="292850">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8"/>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9"/>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0"/>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1"/>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2"/>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3"/>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4"/>
                  </a:ext>
                </a:extLst>
              </a:tr>
              <a:tr h="3391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9525" cap="flat" cmpd="sng">
                      <a:solidFill>
                        <a:srgbClr val="9E9E9E">
                          <a:alpha val="0"/>
                        </a:srgbClr>
                      </a:solidFill>
                      <a:prstDash val="solid"/>
                      <a:round/>
                      <a:headEnd type="none" w="sm" len="sm"/>
                      <a:tailEnd type="none" w="sm" len="sm"/>
                    </a:lnL>
                    <a:lnR w="28575" cap="flat" cmpd="sng">
                      <a:solidFill>
                        <a:srgbClr val="B8728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121900" marR="121900" marT="57150" marB="57150">
                    <a:lnL w="28575" cap="flat" cmpd="sng">
                      <a:solidFill>
                        <a:srgbClr val="B8728C"/>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5"/>
                  </a:ext>
                </a:extLst>
              </a:tr>
            </a:tbl>
          </a:graphicData>
        </a:graphic>
      </p:graphicFrame>
      <p:sp>
        <p:nvSpPr>
          <p:cNvPr id="124" name="Google Shape;124;p9"/>
          <p:cNvSpPr/>
          <p:nvPr/>
        </p:nvSpPr>
        <p:spPr>
          <a:xfrm>
            <a:off x="301" y="268542"/>
            <a:ext cx="8490300" cy="540000"/>
          </a:xfrm>
          <a:prstGeom prst="rect">
            <a:avLst/>
          </a:prstGeom>
          <a:solidFill>
            <a:srgbClr val="B8728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25" name="Google Shape;125;p9"/>
          <p:cNvSpPr txBox="1">
            <a:spLocks noGrp="1"/>
          </p:cNvSpPr>
          <p:nvPr>
            <p:ph type="title"/>
          </p:nvPr>
        </p:nvSpPr>
        <p:spPr>
          <a:xfrm>
            <a:off x="502000" y="342969"/>
            <a:ext cx="7621200" cy="383700"/>
          </a:xfrm>
          <a:prstGeom prst="rect">
            <a:avLst/>
          </a:prstGeom>
          <a:noFill/>
          <a:ln>
            <a:noFill/>
          </a:ln>
        </p:spPr>
        <p:txBody>
          <a:bodyPr spcFirstLastPara="1" wrap="square" lIns="121875" tIns="121875" rIns="121875" bIns="121875" anchor="ctr" anchorCtr="0">
            <a:noAutofit/>
          </a:bodyPr>
          <a:lstStyle>
            <a:lvl1pPr lvl="0" algn="r">
              <a:lnSpc>
                <a:spcPct val="100000"/>
              </a:lnSpc>
              <a:spcBef>
                <a:spcPts val="0"/>
              </a:spcBef>
              <a:spcAft>
                <a:spcPts val="0"/>
              </a:spcAft>
              <a:buClr>
                <a:srgbClr val="FFFFFF"/>
              </a:buClr>
              <a:buSzPts val="3700"/>
              <a:buNone/>
              <a:defRPr b="1">
                <a:solidFill>
                  <a:srgbClr val="FFFFFF"/>
                </a:solidFill>
              </a:defRPr>
            </a:lvl1pPr>
            <a:lvl2pPr lvl="1" algn="r">
              <a:lnSpc>
                <a:spcPct val="100000"/>
              </a:lnSpc>
              <a:spcBef>
                <a:spcPts val="0"/>
              </a:spcBef>
              <a:spcAft>
                <a:spcPts val="0"/>
              </a:spcAft>
              <a:buSzPts val="3700"/>
              <a:buNone/>
              <a:defRPr/>
            </a:lvl2pPr>
            <a:lvl3pPr lvl="2" algn="r">
              <a:lnSpc>
                <a:spcPct val="100000"/>
              </a:lnSpc>
              <a:spcBef>
                <a:spcPts val="0"/>
              </a:spcBef>
              <a:spcAft>
                <a:spcPts val="0"/>
              </a:spcAft>
              <a:buSzPts val="3700"/>
              <a:buNone/>
              <a:defRPr/>
            </a:lvl3pPr>
            <a:lvl4pPr lvl="3" algn="r">
              <a:lnSpc>
                <a:spcPct val="100000"/>
              </a:lnSpc>
              <a:spcBef>
                <a:spcPts val="0"/>
              </a:spcBef>
              <a:spcAft>
                <a:spcPts val="0"/>
              </a:spcAft>
              <a:buSzPts val="3700"/>
              <a:buNone/>
              <a:defRPr/>
            </a:lvl4pPr>
            <a:lvl5pPr lvl="4" algn="r">
              <a:lnSpc>
                <a:spcPct val="100000"/>
              </a:lnSpc>
              <a:spcBef>
                <a:spcPts val="0"/>
              </a:spcBef>
              <a:spcAft>
                <a:spcPts val="0"/>
              </a:spcAft>
              <a:buSzPts val="3700"/>
              <a:buNone/>
              <a:defRPr/>
            </a:lvl5pPr>
            <a:lvl6pPr lvl="5" algn="r">
              <a:lnSpc>
                <a:spcPct val="100000"/>
              </a:lnSpc>
              <a:spcBef>
                <a:spcPts val="0"/>
              </a:spcBef>
              <a:spcAft>
                <a:spcPts val="0"/>
              </a:spcAft>
              <a:buSzPts val="3700"/>
              <a:buNone/>
              <a:defRPr/>
            </a:lvl6pPr>
            <a:lvl7pPr lvl="6" algn="r">
              <a:lnSpc>
                <a:spcPct val="100000"/>
              </a:lnSpc>
              <a:spcBef>
                <a:spcPts val="0"/>
              </a:spcBef>
              <a:spcAft>
                <a:spcPts val="0"/>
              </a:spcAft>
              <a:buSzPts val="3700"/>
              <a:buNone/>
              <a:defRPr/>
            </a:lvl7pPr>
            <a:lvl8pPr lvl="7" algn="r">
              <a:lnSpc>
                <a:spcPct val="100000"/>
              </a:lnSpc>
              <a:spcBef>
                <a:spcPts val="0"/>
              </a:spcBef>
              <a:spcAft>
                <a:spcPts val="0"/>
              </a:spcAft>
              <a:buSzPts val="3700"/>
              <a:buNone/>
              <a:defRPr/>
            </a:lvl8pPr>
            <a:lvl9pPr lvl="8" algn="r">
              <a:lnSpc>
                <a:spcPct val="100000"/>
              </a:lnSpc>
              <a:spcBef>
                <a:spcPts val="0"/>
              </a:spcBef>
              <a:spcAft>
                <a:spcPts val="0"/>
              </a:spcAft>
              <a:buSzPts val="3700"/>
              <a:buNone/>
              <a:defRPr/>
            </a:lvl9pPr>
          </a:lstStyle>
          <a:p>
            <a:endParaRPr/>
          </a:p>
        </p:txBody>
      </p:sp>
      <p:sp>
        <p:nvSpPr>
          <p:cNvPr id="126" name="Google Shape;126;p9"/>
          <p:cNvSpPr txBox="1">
            <a:spLocks noGrp="1"/>
          </p:cNvSpPr>
          <p:nvPr>
            <p:ph type="body" idx="1"/>
          </p:nvPr>
        </p:nvSpPr>
        <p:spPr>
          <a:xfrm>
            <a:off x="815167" y="966891"/>
            <a:ext cx="7621200" cy="4391700"/>
          </a:xfrm>
          <a:prstGeom prst="rect">
            <a:avLst/>
          </a:prstGeom>
          <a:noFill/>
          <a:ln>
            <a:noFill/>
          </a:ln>
        </p:spPr>
        <p:txBody>
          <a:bodyPr spcFirstLastPara="1" wrap="square" lIns="121875" tIns="121875" rIns="121875" bIns="121875" anchor="t" anchorCtr="0">
            <a:no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2100"/>
              </a:spcBef>
              <a:spcAft>
                <a:spcPts val="0"/>
              </a:spcAft>
              <a:buSzPts val="1900"/>
              <a:buChar char="○"/>
              <a:defRPr/>
            </a:lvl2pPr>
            <a:lvl3pPr marL="1371600" lvl="2" indent="-349250" algn="l">
              <a:lnSpc>
                <a:spcPct val="115000"/>
              </a:lnSpc>
              <a:spcBef>
                <a:spcPts val="2100"/>
              </a:spcBef>
              <a:spcAft>
                <a:spcPts val="0"/>
              </a:spcAft>
              <a:buSzPts val="1900"/>
              <a:buChar char="■"/>
              <a:defRPr/>
            </a:lvl3pPr>
            <a:lvl4pPr marL="1828800" lvl="3" indent="-349250" algn="l">
              <a:lnSpc>
                <a:spcPct val="115000"/>
              </a:lnSpc>
              <a:spcBef>
                <a:spcPts val="2100"/>
              </a:spcBef>
              <a:spcAft>
                <a:spcPts val="0"/>
              </a:spcAft>
              <a:buSzPts val="1900"/>
              <a:buChar char="●"/>
              <a:defRPr/>
            </a:lvl4pPr>
            <a:lvl5pPr marL="2286000" lvl="4" indent="-349250" algn="l">
              <a:lnSpc>
                <a:spcPct val="115000"/>
              </a:lnSpc>
              <a:spcBef>
                <a:spcPts val="2100"/>
              </a:spcBef>
              <a:spcAft>
                <a:spcPts val="0"/>
              </a:spcAft>
              <a:buSzPts val="1900"/>
              <a:buChar char="○"/>
              <a:defRPr/>
            </a:lvl5pPr>
            <a:lvl6pPr marL="2743200" lvl="5" indent="-349250" algn="l">
              <a:lnSpc>
                <a:spcPct val="115000"/>
              </a:lnSpc>
              <a:spcBef>
                <a:spcPts val="2100"/>
              </a:spcBef>
              <a:spcAft>
                <a:spcPts val="0"/>
              </a:spcAft>
              <a:buSzPts val="1900"/>
              <a:buChar char="■"/>
              <a:defRPr/>
            </a:lvl6pPr>
            <a:lvl7pPr marL="3200400" lvl="6" indent="-349250" algn="l">
              <a:lnSpc>
                <a:spcPct val="115000"/>
              </a:lnSpc>
              <a:spcBef>
                <a:spcPts val="2100"/>
              </a:spcBef>
              <a:spcAft>
                <a:spcPts val="0"/>
              </a:spcAft>
              <a:buSzPts val="1900"/>
              <a:buChar char="●"/>
              <a:defRPr/>
            </a:lvl7pPr>
            <a:lvl8pPr marL="3657600" lvl="7" indent="-349250" algn="l">
              <a:lnSpc>
                <a:spcPct val="115000"/>
              </a:lnSpc>
              <a:spcBef>
                <a:spcPts val="2100"/>
              </a:spcBef>
              <a:spcAft>
                <a:spcPts val="0"/>
              </a:spcAft>
              <a:buSzPts val="1900"/>
              <a:buChar char="○"/>
              <a:defRPr/>
            </a:lvl8pPr>
            <a:lvl9pPr marL="4114800" lvl="8" indent="-349250" algn="l">
              <a:lnSpc>
                <a:spcPct val="115000"/>
              </a:lnSpc>
              <a:spcBef>
                <a:spcPts val="2100"/>
              </a:spcBef>
              <a:spcAft>
                <a:spcPts val="2100"/>
              </a:spcAft>
              <a:buSzPts val="19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7">
            <a:alphaModFix/>
          </a:blip>
          <a:srcRect/>
          <a:stretch/>
        </p:blipFill>
        <p:spPr>
          <a:xfrm>
            <a:off x="0" y="0"/>
            <a:ext cx="9144000" cy="5715000"/>
          </a:xfrm>
          <a:prstGeom prst="rect">
            <a:avLst/>
          </a:prstGeom>
          <a:noFill/>
          <a:ln>
            <a:noFill/>
          </a:ln>
        </p:spPr>
      </p:pic>
      <p:sp>
        <p:nvSpPr>
          <p:cNvPr id="7" name="Google Shape;7;p1"/>
          <p:cNvSpPr txBox="1">
            <a:spLocks noGrp="1"/>
          </p:cNvSpPr>
          <p:nvPr>
            <p:ph type="title"/>
          </p:nvPr>
        </p:nvSpPr>
        <p:spPr>
          <a:xfrm>
            <a:off x="311700" y="494472"/>
            <a:ext cx="8520900" cy="636300"/>
          </a:xfrm>
          <a:prstGeom prst="rect">
            <a:avLst/>
          </a:prstGeom>
          <a:noFill/>
          <a:ln>
            <a:noFill/>
          </a:ln>
        </p:spPr>
        <p:txBody>
          <a:bodyPr spcFirstLastPara="1" wrap="square" lIns="121875" tIns="121875" rIns="121875" bIns="121875" anchor="t" anchorCtr="0">
            <a:noAutofit/>
          </a:bodyPr>
          <a:lstStyle>
            <a:lvl1pPr marR="0" lvl="0" algn="l" rtl="0">
              <a:lnSpc>
                <a:spcPct val="100000"/>
              </a:lnSpc>
              <a:spcBef>
                <a:spcPts val="0"/>
              </a:spcBef>
              <a:spcAft>
                <a:spcPts val="0"/>
              </a:spcAft>
              <a:buClr>
                <a:schemeClr val="lt1"/>
              </a:buClr>
              <a:buSzPts val="3700"/>
              <a:buFont typeface="Roboto Condensed"/>
              <a:buNone/>
              <a:defRPr sz="37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3700"/>
              <a:buFont typeface="Roboto Condensed"/>
              <a:buNone/>
              <a:defRPr sz="37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3700"/>
              <a:buFont typeface="Roboto Condensed"/>
              <a:buNone/>
              <a:defRPr sz="37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3700"/>
              <a:buFont typeface="Roboto Condensed"/>
              <a:buNone/>
              <a:defRPr sz="37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3700"/>
              <a:buFont typeface="Roboto Condensed"/>
              <a:buNone/>
              <a:defRPr sz="37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3700"/>
              <a:buFont typeface="Roboto Condensed"/>
              <a:buNone/>
              <a:defRPr sz="37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3700"/>
              <a:buFont typeface="Roboto Condensed"/>
              <a:buNone/>
              <a:defRPr sz="37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3700"/>
              <a:buFont typeface="Roboto Condensed"/>
              <a:buNone/>
              <a:defRPr sz="37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3700"/>
              <a:buFont typeface="Roboto Condensed"/>
              <a:buNone/>
              <a:defRPr sz="3700" b="1" i="0" u="none" strike="noStrike" cap="none">
                <a:solidFill>
                  <a:schemeClr val="lt1"/>
                </a:solidFill>
                <a:latin typeface="Roboto Condensed"/>
                <a:ea typeface="Roboto Condensed"/>
                <a:cs typeface="Roboto Condensed"/>
                <a:sym typeface="Roboto Condensed"/>
              </a:defRPr>
            </a:lvl9pPr>
          </a:lstStyle>
          <a:p>
            <a:endParaRPr/>
          </a:p>
        </p:txBody>
      </p:sp>
      <p:sp>
        <p:nvSpPr>
          <p:cNvPr id="8" name="Google Shape;8;p1"/>
          <p:cNvSpPr txBox="1">
            <a:spLocks noGrp="1"/>
          </p:cNvSpPr>
          <p:nvPr>
            <p:ph type="body" idx="1"/>
          </p:nvPr>
        </p:nvSpPr>
        <p:spPr>
          <a:xfrm>
            <a:off x="311700" y="1280528"/>
            <a:ext cx="8520900" cy="3795900"/>
          </a:xfrm>
          <a:prstGeom prst="rect">
            <a:avLst/>
          </a:prstGeom>
          <a:noFill/>
          <a:ln>
            <a:noFill/>
          </a:ln>
        </p:spPr>
        <p:txBody>
          <a:bodyPr spcFirstLastPara="1" wrap="square" lIns="121875" tIns="121875" rIns="121875" bIns="121875" anchor="t" anchorCtr="0">
            <a:noAutofit/>
          </a:bodyPr>
          <a:lstStyle>
            <a:lvl1pPr marL="457200" marR="0" lvl="0" indent="-381000" algn="l" rtl="0">
              <a:lnSpc>
                <a:spcPct val="115000"/>
              </a:lnSpc>
              <a:spcBef>
                <a:spcPts val="0"/>
              </a:spcBef>
              <a:spcAft>
                <a:spcPts val="0"/>
              </a:spcAft>
              <a:buClr>
                <a:schemeClr val="dk2"/>
              </a:buClr>
              <a:buSzPts val="2400"/>
              <a:buFont typeface="Handlee"/>
              <a:buChar char="●"/>
              <a:defRPr sz="2400" b="0" i="0" u="none" strike="noStrike" cap="none">
                <a:solidFill>
                  <a:schemeClr val="dk2"/>
                </a:solidFill>
                <a:latin typeface="Handlee"/>
                <a:ea typeface="Handlee"/>
                <a:cs typeface="Handlee"/>
                <a:sym typeface="Handlee"/>
              </a:defRPr>
            </a:lvl1pPr>
            <a:lvl2pPr marL="914400" marR="0" lvl="1" indent="-349250" algn="l" rtl="0">
              <a:lnSpc>
                <a:spcPct val="115000"/>
              </a:lnSpc>
              <a:spcBef>
                <a:spcPts val="2100"/>
              </a:spcBef>
              <a:spcAft>
                <a:spcPts val="0"/>
              </a:spcAft>
              <a:buClr>
                <a:schemeClr val="dk2"/>
              </a:buClr>
              <a:buSzPts val="1900"/>
              <a:buFont typeface="Handlee"/>
              <a:buChar char="○"/>
              <a:defRPr sz="1900" b="0" i="0" u="none" strike="noStrike" cap="none">
                <a:solidFill>
                  <a:schemeClr val="dk2"/>
                </a:solidFill>
                <a:latin typeface="Handlee"/>
                <a:ea typeface="Handlee"/>
                <a:cs typeface="Handlee"/>
                <a:sym typeface="Handlee"/>
              </a:defRPr>
            </a:lvl2pPr>
            <a:lvl3pPr marL="1371600" marR="0" lvl="2" indent="-349250" algn="l" rtl="0">
              <a:lnSpc>
                <a:spcPct val="115000"/>
              </a:lnSpc>
              <a:spcBef>
                <a:spcPts val="2100"/>
              </a:spcBef>
              <a:spcAft>
                <a:spcPts val="0"/>
              </a:spcAft>
              <a:buClr>
                <a:schemeClr val="dk2"/>
              </a:buClr>
              <a:buSzPts val="1900"/>
              <a:buFont typeface="Handlee"/>
              <a:buChar char="■"/>
              <a:defRPr sz="1900" b="0" i="0" u="none" strike="noStrike" cap="none">
                <a:solidFill>
                  <a:schemeClr val="dk2"/>
                </a:solidFill>
                <a:latin typeface="Handlee"/>
                <a:ea typeface="Handlee"/>
                <a:cs typeface="Handlee"/>
                <a:sym typeface="Handlee"/>
              </a:defRPr>
            </a:lvl3pPr>
            <a:lvl4pPr marL="1828800" marR="0" lvl="3" indent="-349250" algn="l" rtl="0">
              <a:lnSpc>
                <a:spcPct val="115000"/>
              </a:lnSpc>
              <a:spcBef>
                <a:spcPts val="2100"/>
              </a:spcBef>
              <a:spcAft>
                <a:spcPts val="0"/>
              </a:spcAft>
              <a:buClr>
                <a:schemeClr val="dk2"/>
              </a:buClr>
              <a:buSzPts val="1900"/>
              <a:buFont typeface="Handlee"/>
              <a:buChar char="●"/>
              <a:defRPr sz="1900" b="0" i="0" u="none" strike="noStrike" cap="none">
                <a:solidFill>
                  <a:schemeClr val="dk2"/>
                </a:solidFill>
                <a:latin typeface="Handlee"/>
                <a:ea typeface="Handlee"/>
                <a:cs typeface="Handlee"/>
                <a:sym typeface="Handlee"/>
              </a:defRPr>
            </a:lvl4pPr>
            <a:lvl5pPr marL="2286000" marR="0" lvl="4" indent="-349250" algn="l" rtl="0">
              <a:lnSpc>
                <a:spcPct val="115000"/>
              </a:lnSpc>
              <a:spcBef>
                <a:spcPts val="2100"/>
              </a:spcBef>
              <a:spcAft>
                <a:spcPts val="0"/>
              </a:spcAft>
              <a:buClr>
                <a:schemeClr val="dk2"/>
              </a:buClr>
              <a:buSzPts val="1900"/>
              <a:buFont typeface="Handlee"/>
              <a:buChar char="○"/>
              <a:defRPr sz="1900" b="0" i="0" u="none" strike="noStrike" cap="none">
                <a:solidFill>
                  <a:schemeClr val="dk2"/>
                </a:solidFill>
                <a:latin typeface="Handlee"/>
                <a:ea typeface="Handlee"/>
                <a:cs typeface="Handlee"/>
                <a:sym typeface="Handlee"/>
              </a:defRPr>
            </a:lvl5pPr>
            <a:lvl6pPr marL="2743200" marR="0" lvl="5" indent="-349250" algn="l" rtl="0">
              <a:lnSpc>
                <a:spcPct val="115000"/>
              </a:lnSpc>
              <a:spcBef>
                <a:spcPts val="2100"/>
              </a:spcBef>
              <a:spcAft>
                <a:spcPts val="0"/>
              </a:spcAft>
              <a:buClr>
                <a:schemeClr val="dk2"/>
              </a:buClr>
              <a:buSzPts val="1900"/>
              <a:buFont typeface="Handlee"/>
              <a:buChar char="■"/>
              <a:defRPr sz="1900" b="0" i="0" u="none" strike="noStrike" cap="none">
                <a:solidFill>
                  <a:schemeClr val="dk2"/>
                </a:solidFill>
                <a:latin typeface="Handlee"/>
                <a:ea typeface="Handlee"/>
                <a:cs typeface="Handlee"/>
                <a:sym typeface="Handlee"/>
              </a:defRPr>
            </a:lvl6pPr>
            <a:lvl7pPr marL="3200400" marR="0" lvl="6" indent="-349250" algn="l" rtl="0">
              <a:lnSpc>
                <a:spcPct val="115000"/>
              </a:lnSpc>
              <a:spcBef>
                <a:spcPts val="2100"/>
              </a:spcBef>
              <a:spcAft>
                <a:spcPts val="0"/>
              </a:spcAft>
              <a:buClr>
                <a:schemeClr val="dk2"/>
              </a:buClr>
              <a:buSzPts val="1900"/>
              <a:buFont typeface="Handlee"/>
              <a:buChar char="●"/>
              <a:defRPr sz="1900" b="0" i="0" u="none" strike="noStrike" cap="none">
                <a:solidFill>
                  <a:schemeClr val="dk2"/>
                </a:solidFill>
                <a:latin typeface="Handlee"/>
                <a:ea typeface="Handlee"/>
                <a:cs typeface="Handlee"/>
                <a:sym typeface="Handlee"/>
              </a:defRPr>
            </a:lvl7pPr>
            <a:lvl8pPr marL="3657600" marR="0" lvl="7" indent="-349250" algn="l" rtl="0">
              <a:lnSpc>
                <a:spcPct val="115000"/>
              </a:lnSpc>
              <a:spcBef>
                <a:spcPts val="2100"/>
              </a:spcBef>
              <a:spcAft>
                <a:spcPts val="0"/>
              </a:spcAft>
              <a:buClr>
                <a:schemeClr val="dk2"/>
              </a:buClr>
              <a:buSzPts val="1900"/>
              <a:buFont typeface="Handlee"/>
              <a:buChar char="○"/>
              <a:defRPr sz="1900" b="0" i="0" u="none" strike="noStrike" cap="none">
                <a:solidFill>
                  <a:schemeClr val="dk2"/>
                </a:solidFill>
                <a:latin typeface="Handlee"/>
                <a:ea typeface="Handlee"/>
                <a:cs typeface="Handlee"/>
                <a:sym typeface="Handlee"/>
              </a:defRPr>
            </a:lvl8pPr>
            <a:lvl9pPr marL="4114800" marR="0" lvl="8" indent="-349250" algn="l" rtl="0">
              <a:lnSpc>
                <a:spcPct val="115000"/>
              </a:lnSpc>
              <a:spcBef>
                <a:spcPts val="2100"/>
              </a:spcBef>
              <a:spcAft>
                <a:spcPts val="2100"/>
              </a:spcAft>
              <a:buClr>
                <a:schemeClr val="dk2"/>
              </a:buClr>
              <a:buSzPts val="1900"/>
              <a:buFont typeface="Handlee"/>
              <a:buChar char="■"/>
              <a:defRPr sz="1900" b="0" i="0" u="none" strike="noStrike" cap="none">
                <a:solidFill>
                  <a:schemeClr val="dk2"/>
                </a:solidFill>
                <a:latin typeface="Handlee"/>
                <a:ea typeface="Handlee"/>
                <a:cs typeface="Handlee"/>
                <a:sym typeface="Handlee"/>
              </a:defRPr>
            </a:lvl9pPr>
          </a:lstStyle>
          <a:p>
            <a:endParaRPr/>
          </a:p>
        </p:txBody>
      </p:sp>
      <p:sp>
        <p:nvSpPr>
          <p:cNvPr id="9" name="Google Shape;9;p1"/>
          <p:cNvSpPr txBox="1">
            <a:spLocks noGrp="1"/>
          </p:cNvSpPr>
          <p:nvPr>
            <p:ph type="sldNum" idx="12"/>
          </p:nvPr>
        </p:nvSpPr>
        <p:spPr>
          <a:xfrm>
            <a:off x="8472458" y="5181352"/>
            <a:ext cx="548700" cy="437400"/>
          </a:xfrm>
          <a:prstGeom prst="rect">
            <a:avLst/>
          </a:prstGeom>
          <a:noFill/>
          <a:ln>
            <a:noFill/>
          </a:ln>
        </p:spPr>
        <p:txBody>
          <a:bodyPr spcFirstLastPara="1" wrap="square" lIns="121875" tIns="121875" rIns="121875" bIns="121875" anchor="ctr"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 name="Google Shape;10;p1"/>
          <p:cNvSpPr txBox="1"/>
          <p:nvPr/>
        </p:nvSpPr>
        <p:spPr>
          <a:xfrm rot="5400000">
            <a:off x="-592013" y="591913"/>
            <a:ext cx="1409100" cy="22507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FFFFFF"/>
                </a:solidFill>
                <a:latin typeface="Barlow Condensed"/>
                <a:ea typeface="Barlow Condensed"/>
                <a:cs typeface="Barlow Condensed"/>
                <a:sym typeface="Barlow Condensed"/>
              </a:rPr>
              <a:t>SLIDESMANIA.COM</a:t>
            </a:r>
            <a:endParaRPr sz="900" b="0" i="0" u="none" strike="noStrike" cap="none">
              <a:solidFill>
                <a:srgbClr val="FFFFFF"/>
              </a:solidFill>
              <a:latin typeface="Barlow Condensed"/>
              <a:ea typeface="Barlow Condensed"/>
              <a:cs typeface="Barlow Condensed"/>
              <a:sym typeface="Barlow Condense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1.emf"/></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9">
            <a:hlinkClick r:id="" action="ppaction://hlinkshowjump?jump=nextslide"/>
          </p:cNvPr>
          <p:cNvSpPr txBox="1">
            <a:spLocks noGrp="1"/>
          </p:cNvSpPr>
          <p:nvPr>
            <p:ph type="title"/>
          </p:nvPr>
        </p:nvSpPr>
        <p:spPr>
          <a:xfrm>
            <a:off x="186169" y="80921"/>
            <a:ext cx="8665436" cy="1810210"/>
          </a:xfrm>
          <a:prstGeom prst="rect">
            <a:avLst/>
          </a:prstGeom>
          <a:noFill/>
          <a:ln>
            <a:noFill/>
          </a:ln>
        </p:spPr>
        <p:txBody>
          <a:bodyPr spcFirstLastPara="1" wrap="square" lIns="121875" tIns="121875" rIns="121875" bIns="121875" anchor="ctr" anchorCtr="0">
            <a:noAutofit/>
          </a:bodyPr>
          <a:lstStyle/>
          <a:p>
            <a:pPr lvl="0"/>
            <a:r>
              <a:rPr lang="en-US" sz="6600" b="0" dirty="0" smtClean="0">
                <a:solidFill>
                  <a:schemeClr val="tx1"/>
                </a:solidFill>
                <a:latin typeface="Segoe UI Light" panose="020B0502040204020203" pitchFamily="34" charset="0"/>
                <a:cs typeface="Segoe UI Light" panose="020B0502040204020203" pitchFamily="34" charset="0"/>
              </a:rPr>
              <a:t/>
            </a:r>
            <a:br>
              <a:rPr lang="en-US" sz="6600" b="0" dirty="0" smtClean="0">
                <a:solidFill>
                  <a:schemeClr val="tx1"/>
                </a:solidFill>
                <a:latin typeface="Segoe UI Light" panose="020B0502040204020203" pitchFamily="34" charset="0"/>
                <a:cs typeface="Segoe UI Light" panose="020B0502040204020203" pitchFamily="34" charset="0"/>
              </a:rPr>
            </a:br>
            <a:r>
              <a:rPr lang="en-US" sz="6600" b="0" dirty="0" smtClean="0">
                <a:solidFill>
                  <a:schemeClr val="tx1"/>
                </a:solidFill>
                <a:latin typeface="Segoe UI Light" panose="020B0502040204020203" pitchFamily="34" charset="0"/>
                <a:cs typeface="Segoe UI Light" panose="020B0502040204020203" pitchFamily="34" charset="0"/>
              </a:rPr>
              <a:t>The Landslide </a:t>
            </a:r>
            <a:r>
              <a:rPr lang="en-US" sz="6600" b="0" dirty="0">
                <a:solidFill>
                  <a:schemeClr val="tx1"/>
                </a:solidFill>
                <a:latin typeface="Segoe UI Light" panose="020B0502040204020203" pitchFamily="34" charset="0"/>
                <a:cs typeface="Segoe UI Light" panose="020B0502040204020203" pitchFamily="34" charset="0"/>
              </a:rPr>
              <a:t>Detection System</a:t>
            </a:r>
            <a:endParaRPr sz="6600" dirty="0">
              <a:solidFill>
                <a:schemeClr val="tx1"/>
              </a:solidFill>
              <a:latin typeface="Segoe UI Light" panose="020B0502040204020203" pitchFamily="34" charset="0"/>
              <a:cs typeface="Segoe UI Light" panose="020B0502040204020203" pitchFamily="34" charset="0"/>
            </a:endParaRPr>
          </a:p>
        </p:txBody>
      </p:sp>
      <p:sp>
        <p:nvSpPr>
          <p:cNvPr id="251" name="Google Shape;251;p19">
            <a:hlinkClick r:id="rId3" action="ppaction://hlinksldjump"/>
          </p:cNvPr>
          <p:cNvSpPr txBox="1"/>
          <p:nvPr/>
        </p:nvSpPr>
        <p:spPr>
          <a:xfrm rot="5400000">
            <a:off x="8625087" y="194618"/>
            <a:ext cx="768485" cy="315449"/>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1" i="0" u="none" strike="noStrike" cap="none" dirty="0">
                <a:solidFill>
                  <a:schemeClr val="lt1"/>
                </a:solidFill>
                <a:latin typeface="Arial Narrow"/>
                <a:ea typeface="Arial Narrow"/>
                <a:cs typeface="Arial Narrow"/>
                <a:sym typeface="Arial Narrow"/>
              </a:rPr>
              <a:t>WELCOME</a:t>
            </a:r>
            <a:endParaRPr sz="900" b="1" i="0" u="none" strike="noStrike" cap="none" dirty="0">
              <a:solidFill>
                <a:schemeClr val="lt1"/>
              </a:solidFill>
              <a:latin typeface="Arial Narrow"/>
              <a:ea typeface="Arial Narrow"/>
              <a:cs typeface="Arial Narrow"/>
              <a:sym typeface="Arial Narrow"/>
            </a:endParaRPr>
          </a:p>
        </p:txBody>
      </p:sp>
      <p:pic>
        <p:nvPicPr>
          <p:cNvPr id="5" name="Picture 4"/>
          <p:cNvPicPr>
            <a:picLocks noChangeAspect="1"/>
          </p:cNvPicPr>
          <p:nvPr/>
        </p:nvPicPr>
        <p:blipFill>
          <a:blip r:embed="rId4"/>
          <a:stretch>
            <a:fillRect/>
          </a:stretch>
        </p:blipFill>
        <p:spPr>
          <a:xfrm>
            <a:off x="2098823" y="3207774"/>
            <a:ext cx="8652752" cy="173980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0"/>
          <p:cNvSpPr txBox="1">
            <a:spLocks noGrp="1"/>
          </p:cNvSpPr>
          <p:nvPr>
            <p:ph type="title"/>
          </p:nvPr>
        </p:nvSpPr>
        <p:spPr>
          <a:xfrm>
            <a:off x="-138934" y="352342"/>
            <a:ext cx="2745402" cy="383700"/>
          </a:xfrm>
          <a:prstGeom prst="rect">
            <a:avLst/>
          </a:prstGeom>
          <a:noFill/>
          <a:ln>
            <a:noFill/>
          </a:ln>
        </p:spPr>
        <p:txBody>
          <a:bodyPr spcFirstLastPara="1" wrap="square" lIns="121875" tIns="121875" rIns="121875" bIns="121875" anchor="ctr" anchorCtr="0">
            <a:noAutofit/>
          </a:bodyPr>
          <a:lstStyle/>
          <a:p>
            <a:pPr lvl="0"/>
            <a:r>
              <a:rPr lang="en-IN" dirty="0"/>
              <a:t>Introduction</a:t>
            </a:r>
            <a:endParaRPr dirty="0"/>
          </a:p>
        </p:txBody>
      </p:sp>
      <p:sp>
        <p:nvSpPr>
          <p:cNvPr id="265" name="Google Shape;265;p20"/>
          <p:cNvSpPr txBox="1">
            <a:spLocks noGrp="1"/>
          </p:cNvSpPr>
          <p:nvPr>
            <p:ph type="body" idx="1"/>
          </p:nvPr>
        </p:nvSpPr>
        <p:spPr>
          <a:xfrm>
            <a:off x="815167" y="1028640"/>
            <a:ext cx="7944272" cy="4576560"/>
          </a:xfrm>
          <a:prstGeom prst="rect">
            <a:avLst/>
          </a:prstGeom>
          <a:noFill/>
          <a:ln>
            <a:noFill/>
          </a:ln>
        </p:spPr>
        <p:txBody>
          <a:bodyPr spcFirstLastPara="1" wrap="square" lIns="121875" tIns="121875" rIns="121875" bIns="121875" anchor="t" anchorCtr="0">
            <a:noAutofit/>
          </a:bodyPr>
          <a:lstStyle/>
          <a:p>
            <a:pPr marL="0" lvl="0" indent="0">
              <a:lnSpc>
                <a:spcPct val="100000"/>
              </a:lnSpc>
              <a:buNone/>
            </a:pPr>
            <a:r>
              <a:rPr lang="en-US" sz="2200" dirty="0"/>
              <a:t>Landslides pose significant risks to life, property, and infrastructure, often occurring suddenly and with little warning. Factors such as heavy rainfall, soil saturation, and seismic activity contribute to these geological hazards. To mitigate the impact of landslides, timely detection and warning systems are essential. This project proposes a Landslide Detection System that integrates a soil moisture sensor and a vibration sensor (SW-420) to monitor critical environmental parameters. Utilizing an Arduino microcontroller, the system provides real-time alerts through an LCD display and a buzzer, enhancing public safety and enabling proactive responses to potential landslide conditions.</a:t>
            </a:r>
            <a:endParaRPr sz="2200" dirty="0"/>
          </a:p>
        </p:txBody>
      </p:sp>
      <p:sp>
        <p:nvSpPr>
          <p:cNvPr id="266" name="Google Shape;266;p20">
            <a:hlinkClick r:id="rId3" action="ppaction://hlinksldjump"/>
          </p:cNvPr>
          <p:cNvSpPr txBox="1"/>
          <p:nvPr/>
        </p:nvSpPr>
        <p:spPr>
          <a:xfrm rot="5400000">
            <a:off x="8636800" y="256224"/>
            <a:ext cx="768485" cy="272072"/>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700" b="1" dirty="0" smtClean="0">
                <a:solidFill>
                  <a:schemeClr val="lt1"/>
                </a:solidFill>
                <a:latin typeface="Arial Narrow"/>
                <a:ea typeface="Arial Narrow"/>
                <a:cs typeface="Arial Narrow"/>
                <a:sym typeface="Arial Narrow"/>
              </a:rPr>
              <a:t>INTRODUCTION</a:t>
            </a:r>
            <a:endParaRPr sz="700" b="1" i="0" u="none" strike="noStrike" cap="none" dirty="0">
              <a:solidFill>
                <a:schemeClr val="lt1"/>
              </a:solidFill>
              <a:latin typeface="Arial Narrow"/>
              <a:ea typeface="Arial Narrow"/>
              <a:cs typeface="Arial Narrow"/>
              <a:sym typeface="Arial Narrow"/>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3"/>
          <p:cNvSpPr txBox="1">
            <a:spLocks noGrp="1"/>
          </p:cNvSpPr>
          <p:nvPr>
            <p:ph type="title"/>
          </p:nvPr>
        </p:nvSpPr>
        <p:spPr>
          <a:xfrm>
            <a:off x="0" y="352342"/>
            <a:ext cx="2833353" cy="383700"/>
          </a:xfrm>
          <a:prstGeom prst="rect">
            <a:avLst/>
          </a:prstGeom>
          <a:noFill/>
          <a:ln>
            <a:noFill/>
          </a:ln>
        </p:spPr>
        <p:txBody>
          <a:bodyPr spcFirstLastPara="1" wrap="square" lIns="121875" tIns="121875" rIns="121875" bIns="121875" anchor="ctr" anchorCtr="0">
            <a:noAutofit/>
          </a:bodyPr>
          <a:lstStyle/>
          <a:p>
            <a:pPr lvl="0"/>
            <a:r>
              <a:rPr lang="en-IN" dirty="0"/>
              <a:t>APPARATUS</a:t>
            </a:r>
            <a:endParaRPr dirty="0"/>
          </a:p>
        </p:txBody>
      </p:sp>
      <p:sp>
        <p:nvSpPr>
          <p:cNvPr id="306" name="Google Shape;306;p23"/>
          <p:cNvSpPr txBox="1">
            <a:spLocks noGrp="1"/>
          </p:cNvSpPr>
          <p:nvPr>
            <p:ph type="body" idx="4294967295"/>
          </p:nvPr>
        </p:nvSpPr>
        <p:spPr>
          <a:xfrm>
            <a:off x="675117" y="881433"/>
            <a:ext cx="8605615" cy="4382776"/>
          </a:xfrm>
          <a:prstGeom prst="rect">
            <a:avLst/>
          </a:prstGeom>
          <a:noFill/>
          <a:ln>
            <a:noFill/>
          </a:ln>
        </p:spPr>
        <p:txBody>
          <a:bodyPr spcFirstLastPara="1" wrap="square" lIns="121875" tIns="121875" rIns="121875" bIns="121875" anchor="t" anchorCtr="0">
            <a:noAutofit/>
          </a:bodyPr>
          <a:lstStyle/>
          <a:p>
            <a:pPr marL="76200" indent="0">
              <a:buNone/>
            </a:pPr>
            <a:r>
              <a:rPr lang="en-IN" sz="2350" dirty="0"/>
              <a:t>To build a Landslide Detection System, you'll need</a:t>
            </a:r>
            <a:r>
              <a:rPr lang="en-IN" sz="2350" dirty="0" smtClean="0"/>
              <a:t>:</a:t>
            </a:r>
            <a:endParaRPr lang="en-IN" sz="2350" dirty="0"/>
          </a:p>
          <a:p>
            <a:pPr>
              <a:buFont typeface="+mj-lt"/>
              <a:buAutoNum type="arabicPeriod"/>
            </a:pPr>
            <a:r>
              <a:rPr lang="en-IN" sz="2350" b="1" dirty="0"/>
              <a:t>Arduino UNO</a:t>
            </a:r>
            <a:r>
              <a:rPr lang="en-IN" sz="2350" dirty="0"/>
              <a:t>: Processes sensor inputs and controls outputs</a:t>
            </a:r>
            <a:r>
              <a:rPr lang="en-IN" sz="2350" dirty="0" smtClean="0"/>
              <a:t>.</a:t>
            </a:r>
            <a:endParaRPr lang="en-IN" sz="2350" dirty="0"/>
          </a:p>
          <a:p>
            <a:pPr>
              <a:buFont typeface="+mj-lt"/>
              <a:buAutoNum type="arabicPeriod"/>
            </a:pPr>
            <a:r>
              <a:rPr lang="en-IN" sz="2350" b="1" dirty="0"/>
              <a:t>SW-420 Vibration Sensor</a:t>
            </a:r>
            <a:r>
              <a:rPr lang="en-IN" sz="2350" dirty="0"/>
              <a:t>: Detects ground vibrations </a:t>
            </a:r>
            <a:r>
              <a:rPr lang="en-IN" sz="2350" dirty="0" smtClean="0"/>
              <a:t>signal </a:t>
            </a:r>
            <a:r>
              <a:rPr lang="en-IN" sz="2350" dirty="0"/>
              <a:t>instability.</a:t>
            </a:r>
          </a:p>
          <a:p>
            <a:pPr>
              <a:buFont typeface="+mj-lt"/>
              <a:buAutoNum type="arabicPeriod"/>
            </a:pPr>
            <a:r>
              <a:rPr lang="en-IN" sz="2350" b="1" dirty="0"/>
              <a:t>Soil Moisture Sensor (e.g., FC-28)</a:t>
            </a:r>
            <a:r>
              <a:rPr lang="en-IN" sz="2350" dirty="0"/>
              <a:t>: Measures soil moisture levels.</a:t>
            </a:r>
          </a:p>
          <a:p>
            <a:pPr>
              <a:buFont typeface="+mj-lt"/>
              <a:buAutoNum type="arabicPeriod"/>
            </a:pPr>
            <a:r>
              <a:rPr lang="en-IN" sz="2350" b="1" dirty="0"/>
              <a:t>Buzzer</a:t>
            </a:r>
            <a:r>
              <a:rPr lang="en-IN" sz="2350" dirty="0"/>
              <a:t>: Sounds alerts for critical conditions.</a:t>
            </a:r>
          </a:p>
          <a:p>
            <a:pPr>
              <a:buFont typeface="+mj-lt"/>
              <a:buAutoNum type="arabicPeriod"/>
            </a:pPr>
            <a:r>
              <a:rPr lang="en-IN" sz="2350" b="1" dirty="0"/>
              <a:t>16x2 I2C LCD</a:t>
            </a:r>
            <a:r>
              <a:rPr lang="en-IN" sz="2350" dirty="0"/>
              <a:t>: Displays real-time data and alerts.</a:t>
            </a:r>
          </a:p>
          <a:p>
            <a:pPr>
              <a:buFont typeface="+mj-lt"/>
              <a:buAutoNum type="arabicPeriod"/>
            </a:pPr>
            <a:r>
              <a:rPr lang="en-IN" sz="2350" b="1" dirty="0"/>
              <a:t>Jumper Wires</a:t>
            </a:r>
            <a:r>
              <a:rPr lang="en-IN" sz="2350" dirty="0"/>
              <a:t>: Connect components.</a:t>
            </a:r>
          </a:p>
          <a:p>
            <a:pPr>
              <a:buFont typeface="+mj-lt"/>
              <a:buAutoNum type="arabicPeriod"/>
            </a:pPr>
            <a:r>
              <a:rPr lang="en-IN" sz="2350" b="1" dirty="0"/>
              <a:t>Breadboard (optional)</a:t>
            </a:r>
            <a:r>
              <a:rPr lang="en-IN" sz="2350" dirty="0"/>
              <a:t>: For prototyping connections.</a:t>
            </a:r>
          </a:p>
          <a:p>
            <a:pPr marL="0" lvl="0" indent="0" algn="l" rtl="0">
              <a:lnSpc>
                <a:spcPct val="115000"/>
              </a:lnSpc>
              <a:spcBef>
                <a:spcPts val="0"/>
              </a:spcBef>
              <a:spcAft>
                <a:spcPts val="2100"/>
              </a:spcAft>
              <a:buSzPts val="2400"/>
              <a:buNone/>
            </a:pPr>
            <a:endParaRPr dirty="0"/>
          </a:p>
        </p:txBody>
      </p:sp>
      <p:sp>
        <p:nvSpPr>
          <p:cNvPr id="312" name="Google Shape;312;p23">
            <a:hlinkClick r:id="rId3" action="ppaction://hlinksldjump"/>
          </p:cNvPr>
          <p:cNvSpPr txBox="1"/>
          <p:nvPr/>
        </p:nvSpPr>
        <p:spPr>
          <a:xfrm rot="5400000">
            <a:off x="8673245" y="910192"/>
            <a:ext cx="643800" cy="295500"/>
          </a:xfrm>
          <a:prstGeom prst="rect">
            <a:avLst/>
          </a:prstGeom>
          <a:noFill/>
          <a:ln>
            <a:noFill/>
          </a:ln>
        </p:spPr>
        <p:txBody>
          <a:bodyPr spcFirstLastPara="1" wrap="square" lIns="91425" tIns="91425" rIns="91425" bIns="91425" anchor="ctr" anchorCtr="0">
            <a:noAutofit/>
          </a:bodyPr>
          <a:lstStyle/>
          <a:p>
            <a:pPr lvl="0" algn="ctr">
              <a:buSzPts val="900"/>
            </a:pPr>
            <a:r>
              <a:rPr lang="en-IN" sz="700" b="1" dirty="0">
                <a:solidFill>
                  <a:schemeClr val="lt1"/>
                </a:solidFill>
                <a:latin typeface="Arial Narrow"/>
                <a:ea typeface="Arial Narrow"/>
                <a:cs typeface="Arial Narrow"/>
                <a:sym typeface="Arial Narrow"/>
              </a:rPr>
              <a:t>APPARATUS</a:t>
            </a:r>
            <a:endParaRPr sz="700" b="1" i="0" u="none" strike="noStrike" cap="none" dirty="0">
              <a:solidFill>
                <a:schemeClr val="lt1"/>
              </a:solidFill>
              <a:latin typeface="Arial Narrow"/>
              <a:ea typeface="Arial Narrow"/>
              <a:cs typeface="Arial Narrow"/>
              <a:sym typeface="Arial Narrow"/>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8"/>
          <p:cNvSpPr txBox="1">
            <a:spLocks noGrp="1"/>
          </p:cNvSpPr>
          <p:nvPr>
            <p:ph type="title"/>
          </p:nvPr>
        </p:nvSpPr>
        <p:spPr>
          <a:xfrm>
            <a:off x="-119642" y="369668"/>
            <a:ext cx="3115364" cy="383700"/>
          </a:xfrm>
          <a:prstGeom prst="rect">
            <a:avLst/>
          </a:prstGeom>
          <a:noFill/>
          <a:ln>
            <a:noFill/>
          </a:ln>
        </p:spPr>
        <p:txBody>
          <a:bodyPr spcFirstLastPara="1" wrap="square" lIns="121875" tIns="121875" rIns="121875" bIns="121875" anchor="ctr" anchorCtr="0">
            <a:noAutofit/>
          </a:bodyPr>
          <a:lstStyle/>
          <a:p>
            <a:r>
              <a:rPr lang="en-IN" dirty="0"/>
              <a:t>Demonstration</a:t>
            </a:r>
          </a:p>
        </p:txBody>
      </p:sp>
      <p:sp>
        <p:nvSpPr>
          <p:cNvPr id="382" name="Google Shape;382;p28"/>
          <p:cNvSpPr txBox="1">
            <a:spLocks noGrp="1"/>
          </p:cNvSpPr>
          <p:nvPr>
            <p:ph type="body" idx="1"/>
          </p:nvPr>
        </p:nvSpPr>
        <p:spPr>
          <a:xfrm>
            <a:off x="815167" y="966891"/>
            <a:ext cx="7621200" cy="4391700"/>
          </a:xfrm>
          <a:prstGeom prst="rect">
            <a:avLst/>
          </a:prstGeom>
          <a:noFill/>
          <a:ln>
            <a:noFill/>
          </a:ln>
        </p:spPr>
        <p:txBody>
          <a:bodyPr spcFirstLastPara="1" wrap="square" lIns="121875" tIns="121875" rIns="121875" bIns="121875" anchor="t" anchorCtr="0">
            <a:noAutofit/>
          </a:bodyPr>
          <a:lstStyle/>
          <a:p>
            <a:pPr lvl="0"/>
            <a:r>
              <a:rPr lang="en-IN" sz="2000" b="1" dirty="0"/>
              <a:t>Setup</a:t>
            </a:r>
            <a:r>
              <a:rPr lang="en-IN" sz="2000" dirty="0"/>
              <a:t>: Once assembled, connect your Arduino to your computer via USB and upload your code using Arduino IDE.</a:t>
            </a:r>
          </a:p>
          <a:p>
            <a:pPr lvl="0"/>
            <a:r>
              <a:rPr lang="en-IN" sz="2000" b="1" dirty="0"/>
              <a:t>Power On</a:t>
            </a:r>
            <a:r>
              <a:rPr lang="en-IN" sz="2000" dirty="0"/>
              <a:t>: After uploading, open your Serial Monitor in Arduino IDE set at 9600 baud rate. This will allow you to view debug messages from your system.</a:t>
            </a:r>
          </a:p>
          <a:p>
            <a:pPr lvl="0"/>
            <a:r>
              <a:rPr lang="en-IN" sz="2000" b="1" dirty="0"/>
              <a:t>Monitoring Soil Moisture</a:t>
            </a:r>
            <a:r>
              <a:rPr lang="en-IN" sz="2000" dirty="0"/>
              <a:t>:</a:t>
            </a:r>
          </a:p>
          <a:p>
            <a:pPr lvl="1"/>
            <a:r>
              <a:rPr lang="en-IN" sz="2000" dirty="0"/>
              <a:t>The LCD will display real-time readings of soil moisture percentage.</a:t>
            </a:r>
          </a:p>
          <a:p>
            <a:pPr lvl="1"/>
            <a:r>
              <a:rPr lang="en-IN" sz="2000" dirty="0"/>
              <a:t>If moisture levels exceed 60%, it will trigger an alert message indicating "Landslide Alert!" along with activating an audible alarm through the buzzer.</a:t>
            </a:r>
          </a:p>
          <a:p>
            <a:pPr marL="76200" indent="0">
              <a:buNone/>
            </a:pPr>
            <a:endParaRPr lang="en-IN" dirty="0"/>
          </a:p>
        </p:txBody>
      </p:sp>
      <p:sp>
        <p:nvSpPr>
          <p:cNvPr id="385" name="Google Shape;385;p28">
            <a:hlinkClick r:id="rId3" action="ppaction://hlinksldjump"/>
          </p:cNvPr>
          <p:cNvSpPr txBox="1"/>
          <p:nvPr/>
        </p:nvSpPr>
        <p:spPr>
          <a:xfrm rot="5400000">
            <a:off x="8687429" y="1641260"/>
            <a:ext cx="643800" cy="295500"/>
          </a:xfrm>
          <a:prstGeom prst="rect">
            <a:avLst/>
          </a:prstGeom>
          <a:noFill/>
          <a:ln>
            <a:noFill/>
          </a:ln>
        </p:spPr>
        <p:txBody>
          <a:bodyPr spcFirstLastPara="1" wrap="square" lIns="91425" tIns="91425" rIns="91425" bIns="91425" anchor="ctr" anchorCtr="0">
            <a:noAutofit/>
          </a:bodyPr>
          <a:lstStyle/>
          <a:p>
            <a:pPr lvl="0" algn="ctr">
              <a:buSzPts val="900"/>
            </a:pPr>
            <a:r>
              <a:rPr lang="en-IN" sz="600" b="1" dirty="0">
                <a:solidFill>
                  <a:srgbClr val="FFFFFF"/>
                </a:solidFill>
                <a:latin typeface="Arial Narrow"/>
                <a:ea typeface="Arial Narrow"/>
                <a:cs typeface="Arial Narrow"/>
                <a:sym typeface="Arial Narrow"/>
              </a:rPr>
              <a:t>Demonstration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9"/>
          <p:cNvSpPr txBox="1">
            <a:spLocks noGrp="1"/>
          </p:cNvSpPr>
          <p:nvPr>
            <p:ph type="title"/>
          </p:nvPr>
        </p:nvSpPr>
        <p:spPr>
          <a:xfrm>
            <a:off x="-76912" y="369668"/>
            <a:ext cx="3053050" cy="383700"/>
          </a:xfrm>
          <a:prstGeom prst="rect">
            <a:avLst/>
          </a:prstGeom>
          <a:noFill/>
          <a:ln>
            <a:noFill/>
          </a:ln>
        </p:spPr>
        <p:txBody>
          <a:bodyPr spcFirstLastPara="1" wrap="square" lIns="121875" tIns="121875" rIns="121875" bIns="121875" anchor="ctr" anchorCtr="0">
            <a:noAutofit/>
          </a:bodyPr>
          <a:lstStyle/>
          <a:p>
            <a:pPr lvl="0"/>
            <a:r>
              <a:rPr lang="en-IN" dirty="0"/>
              <a:t>Demonstration</a:t>
            </a:r>
            <a:endParaRPr dirty="0"/>
          </a:p>
        </p:txBody>
      </p:sp>
      <p:sp>
        <p:nvSpPr>
          <p:cNvPr id="396" name="Google Shape;396;p29"/>
          <p:cNvSpPr txBox="1">
            <a:spLocks noGrp="1"/>
          </p:cNvSpPr>
          <p:nvPr>
            <p:ph type="body" idx="1"/>
          </p:nvPr>
        </p:nvSpPr>
        <p:spPr>
          <a:xfrm>
            <a:off x="644251" y="891600"/>
            <a:ext cx="7621200" cy="4391700"/>
          </a:xfrm>
          <a:prstGeom prst="rect">
            <a:avLst/>
          </a:prstGeom>
          <a:noFill/>
          <a:ln>
            <a:noFill/>
          </a:ln>
        </p:spPr>
        <p:txBody>
          <a:bodyPr spcFirstLastPara="1" wrap="square" lIns="121875" tIns="121875" rIns="121875" bIns="121875" anchor="t" anchorCtr="0">
            <a:noAutofit/>
          </a:bodyPr>
          <a:lstStyle/>
          <a:p>
            <a:pPr lvl="0"/>
            <a:r>
              <a:rPr lang="en-IN" sz="2000" b="1" dirty="0"/>
              <a:t>Testing Vibration Detection</a:t>
            </a:r>
            <a:r>
              <a:rPr lang="en-IN" sz="2000" dirty="0"/>
              <a:t>:</a:t>
            </a:r>
          </a:p>
          <a:p>
            <a:pPr lvl="1"/>
            <a:r>
              <a:rPr lang="en-IN" sz="2000" dirty="0"/>
              <a:t>To simulate ground vibrations, gently shake or tap near the SW-420 sensor.</a:t>
            </a:r>
          </a:p>
          <a:p>
            <a:pPr lvl="1"/>
            <a:r>
              <a:rPr lang="en-IN" sz="2000" dirty="0"/>
              <a:t>When vibration is detected, you should hear a buzzing sound for up to 5 seconds, accompanied by a message in Serial Monitor indicating "Detected vibration... Activating buzzer."</a:t>
            </a:r>
          </a:p>
          <a:p>
            <a:pPr lvl="0"/>
            <a:r>
              <a:rPr lang="en-IN" sz="2000" b="1" dirty="0"/>
              <a:t>Observation</a:t>
            </a:r>
            <a:r>
              <a:rPr lang="en-IN" sz="2000" dirty="0"/>
              <a:t>:</a:t>
            </a:r>
          </a:p>
          <a:p>
            <a:pPr lvl="1"/>
            <a:r>
              <a:rPr lang="en-IN" sz="2000" dirty="0"/>
              <a:t>Observe how changes in soil moisture affect system </a:t>
            </a:r>
            <a:r>
              <a:rPr lang="en-IN" sz="2000" dirty="0" err="1"/>
              <a:t>behavior</a:t>
            </a:r>
            <a:r>
              <a:rPr lang="en-IN" sz="2000" dirty="0"/>
              <a:t>.</a:t>
            </a:r>
          </a:p>
          <a:p>
            <a:pPr lvl="1"/>
            <a:r>
              <a:rPr lang="en-IN" sz="2000" dirty="0"/>
              <a:t>Test various scenarios by adjusting moisture levels and inducing vibrations to see how well your system responds.</a:t>
            </a:r>
          </a:p>
        </p:txBody>
      </p:sp>
      <p:sp>
        <p:nvSpPr>
          <p:cNvPr id="399" name="Google Shape;399;p29">
            <a:hlinkClick r:id="rId3" action="ppaction://hlinksldjump"/>
          </p:cNvPr>
          <p:cNvSpPr txBox="1"/>
          <p:nvPr/>
        </p:nvSpPr>
        <p:spPr>
          <a:xfrm rot="5400000">
            <a:off x="8674350" y="1618668"/>
            <a:ext cx="643800" cy="295500"/>
          </a:xfrm>
          <a:prstGeom prst="rect">
            <a:avLst/>
          </a:prstGeom>
          <a:noFill/>
          <a:ln>
            <a:noFill/>
          </a:ln>
        </p:spPr>
        <p:txBody>
          <a:bodyPr spcFirstLastPara="1" wrap="square" lIns="91425" tIns="91425" rIns="91425" bIns="91425" anchor="ctr" anchorCtr="0">
            <a:noAutofit/>
          </a:bodyPr>
          <a:lstStyle/>
          <a:p>
            <a:pPr lvl="0" algn="ctr">
              <a:buSzPts val="900"/>
            </a:pPr>
            <a:r>
              <a:rPr lang="en-IN" sz="600" b="1" dirty="0">
                <a:solidFill>
                  <a:schemeClr val="lt1"/>
                </a:solidFill>
                <a:latin typeface="Arial Narrow"/>
                <a:ea typeface="Arial Narrow"/>
                <a:cs typeface="Arial Narrow"/>
                <a:sym typeface="Arial Narrow"/>
              </a:rPr>
              <a:t>Demonstration</a:t>
            </a:r>
            <a:endParaRPr sz="600" b="1" i="0" u="none" strike="noStrike" cap="none" dirty="0">
              <a:solidFill>
                <a:schemeClr val="lt1"/>
              </a:solidFill>
              <a:latin typeface="Arial Narrow"/>
              <a:ea typeface="Arial Narrow"/>
              <a:cs typeface="Arial Narrow"/>
              <a:sym typeface="Arial Narrow"/>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9"/>
          <p:cNvSpPr txBox="1">
            <a:spLocks noGrp="1"/>
          </p:cNvSpPr>
          <p:nvPr>
            <p:ph type="title"/>
          </p:nvPr>
        </p:nvSpPr>
        <p:spPr>
          <a:xfrm>
            <a:off x="0" y="314058"/>
            <a:ext cx="1666343" cy="383700"/>
          </a:xfrm>
          <a:prstGeom prst="rect">
            <a:avLst/>
          </a:prstGeom>
          <a:noFill/>
          <a:ln>
            <a:noFill/>
          </a:ln>
        </p:spPr>
        <p:txBody>
          <a:bodyPr spcFirstLastPara="1" wrap="square" lIns="121875" tIns="121875" rIns="121875" bIns="121875" anchor="ctr" anchorCtr="0">
            <a:noAutofit/>
          </a:bodyPr>
          <a:lstStyle/>
          <a:p>
            <a:pPr lvl="0"/>
            <a:r>
              <a:rPr lang="en-IN" dirty="0" smtClean="0"/>
              <a:t>Images</a:t>
            </a:r>
            <a:endParaRPr dirty="0"/>
          </a:p>
        </p:txBody>
      </p:sp>
      <p:pic>
        <p:nvPicPr>
          <p:cNvPr id="3" name="Picture 2"/>
          <p:cNvPicPr>
            <a:picLocks noChangeAspect="1"/>
          </p:cNvPicPr>
          <p:nvPr/>
        </p:nvPicPr>
        <p:blipFill>
          <a:blip r:embed="rId3"/>
          <a:stretch>
            <a:fillRect/>
          </a:stretch>
        </p:blipFill>
        <p:spPr>
          <a:xfrm rot="5400000">
            <a:off x="8721330" y="1686833"/>
            <a:ext cx="554784" cy="170703"/>
          </a:xfrm>
          <a:prstGeom prst="rect">
            <a:avLst/>
          </a:prstGeom>
        </p:spPr>
      </p:pic>
      <p:pic>
        <p:nvPicPr>
          <p:cNvPr id="5" name="Picture 4"/>
          <p:cNvPicPr>
            <a:picLocks noChangeAspect="1"/>
          </p:cNvPicPr>
          <p:nvPr/>
        </p:nvPicPr>
        <p:blipFill>
          <a:blip r:embed="rId4"/>
          <a:stretch>
            <a:fillRect/>
          </a:stretch>
        </p:blipFill>
        <p:spPr>
          <a:xfrm rot="20922733">
            <a:off x="815529" y="1230310"/>
            <a:ext cx="4059794" cy="4059794"/>
          </a:xfrm>
          <a:prstGeom prst="rect">
            <a:avLst/>
          </a:prstGeom>
        </p:spPr>
      </p:pic>
      <p:pic>
        <p:nvPicPr>
          <p:cNvPr id="4" name="Picture 3"/>
          <p:cNvPicPr>
            <a:picLocks noChangeAspect="1"/>
          </p:cNvPicPr>
          <p:nvPr/>
        </p:nvPicPr>
        <p:blipFill>
          <a:blip r:embed="rId5"/>
          <a:stretch>
            <a:fillRect/>
          </a:stretch>
        </p:blipFill>
        <p:spPr>
          <a:xfrm>
            <a:off x="1386707" y="523266"/>
            <a:ext cx="2917437" cy="5191734"/>
          </a:xfrm>
          <a:prstGeom prst="rect">
            <a:avLst/>
          </a:prstGeom>
        </p:spPr>
      </p:pic>
      <p:pic>
        <p:nvPicPr>
          <p:cNvPr id="6" name="Picture 5"/>
          <p:cNvPicPr>
            <a:picLocks noChangeAspect="1"/>
          </p:cNvPicPr>
          <p:nvPr/>
        </p:nvPicPr>
        <p:blipFill>
          <a:blip r:embed="rId6"/>
          <a:stretch>
            <a:fillRect/>
          </a:stretch>
        </p:blipFill>
        <p:spPr>
          <a:xfrm>
            <a:off x="5116698" y="957899"/>
            <a:ext cx="3430550" cy="3340636"/>
          </a:xfrm>
          <a:prstGeom prst="rect">
            <a:avLst/>
          </a:prstGeom>
        </p:spPr>
      </p:pic>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90851" y="1348304"/>
            <a:ext cx="2559826" cy="2559826"/>
          </a:xfrm>
          <a:prstGeom prst="rect">
            <a:avLst/>
          </a:prstGeom>
        </p:spPr>
      </p:pic>
    </p:spTree>
    <p:extLst>
      <p:ext uri="{BB962C8B-B14F-4D97-AF65-F5344CB8AC3E}">
        <p14:creationId xmlns:p14="http://schemas.microsoft.com/office/powerpoint/2010/main" val="24539584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1"/>
          <p:cNvSpPr txBox="1">
            <a:spLocks noGrp="1"/>
          </p:cNvSpPr>
          <p:nvPr>
            <p:ph type="title"/>
          </p:nvPr>
        </p:nvSpPr>
        <p:spPr>
          <a:xfrm>
            <a:off x="0" y="369434"/>
            <a:ext cx="2975316" cy="383700"/>
          </a:xfrm>
          <a:prstGeom prst="rect">
            <a:avLst/>
          </a:prstGeom>
          <a:noFill/>
          <a:ln>
            <a:noFill/>
          </a:ln>
        </p:spPr>
        <p:txBody>
          <a:bodyPr spcFirstLastPara="1" wrap="square" lIns="121875" tIns="121875" rIns="121875" bIns="121875" anchor="ctr" anchorCtr="0">
            <a:noAutofit/>
          </a:bodyPr>
          <a:lstStyle/>
          <a:p>
            <a:pPr lvl="0"/>
            <a:r>
              <a:rPr lang="en-IN" dirty="0" smtClean="0"/>
              <a:t>ADVANTAGES</a:t>
            </a:r>
            <a:endParaRPr dirty="0"/>
          </a:p>
        </p:txBody>
      </p:sp>
      <p:sp>
        <p:nvSpPr>
          <p:cNvPr id="423" name="Google Shape;423;p31"/>
          <p:cNvSpPr txBox="1">
            <a:spLocks noGrp="1"/>
          </p:cNvSpPr>
          <p:nvPr>
            <p:ph type="body" idx="1"/>
          </p:nvPr>
        </p:nvSpPr>
        <p:spPr>
          <a:xfrm>
            <a:off x="807793" y="959517"/>
            <a:ext cx="7621200" cy="4391700"/>
          </a:xfrm>
          <a:prstGeom prst="rect">
            <a:avLst/>
          </a:prstGeom>
          <a:noFill/>
          <a:ln>
            <a:noFill/>
          </a:ln>
        </p:spPr>
        <p:txBody>
          <a:bodyPr spcFirstLastPara="1" wrap="square" lIns="121875" tIns="121875" rIns="121875" bIns="121875" anchor="t" anchorCtr="0">
            <a:noAutofit/>
          </a:bodyPr>
          <a:lstStyle/>
          <a:p>
            <a:pPr marL="0" lvl="0" indent="0">
              <a:spcAft>
                <a:spcPts val="2100"/>
              </a:spcAft>
              <a:buNone/>
            </a:pPr>
            <a:r>
              <a:rPr lang="en-US" dirty="0"/>
              <a:t>Early Warning Capability: Provides real-time alerts for potential landslides, enabling timely evacuations and risk mitigation.</a:t>
            </a:r>
          </a:p>
          <a:p>
            <a:pPr marL="0" lvl="0" indent="0">
              <a:spcAft>
                <a:spcPts val="2100"/>
              </a:spcAft>
              <a:buNone/>
            </a:pPr>
            <a:r>
              <a:rPr lang="en-US" dirty="0"/>
              <a:t>Real-Time Data Display: Displays soil moisture levels and alerts on a 16x2 I2C LCD, facilitating immediate understanding of conditions.</a:t>
            </a:r>
          </a:p>
          <a:p>
            <a:pPr marL="0" lvl="0" indent="0">
              <a:spcAft>
                <a:spcPts val="2100"/>
              </a:spcAft>
              <a:buNone/>
            </a:pPr>
            <a:r>
              <a:rPr lang="en-US" dirty="0"/>
              <a:t>Cost-Effective Solution: Utilizes affordable components, making it accessible for deployment in various regions without high costs</a:t>
            </a:r>
            <a:r>
              <a:rPr lang="en-US" dirty="0" smtClean="0"/>
              <a:t>.</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1"/>
          <p:cNvSpPr txBox="1">
            <a:spLocks noGrp="1"/>
          </p:cNvSpPr>
          <p:nvPr>
            <p:ph type="title"/>
          </p:nvPr>
        </p:nvSpPr>
        <p:spPr>
          <a:xfrm>
            <a:off x="0" y="369434"/>
            <a:ext cx="2975316" cy="383700"/>
          </a:xfrm>
          <a:prstGeom prst="rect">
            <a:avLst/>
          </a:prstGeom>
          <a:noFill/>
          <a:ln>
            <a:noFill/>
          </a:ln>
        </p:spPr>
        <p:txBody>
          <a:bodyPr spcFirstLastPara="1" wrap="square" lIns="121875" tIns="121875" rIns="121875" bIns="121875" anchor="ctr" anchorCtr="0">
            <a:noAutofit/>
          </a:bodyPr>
          <a:lstStyle/>
          <a:p>
            <a:pPr lvl="0"/>
            <a:r>
              <a:rPr lang="en-IN" dirty="0" smtClean="0"/>
              <a:t>ADVANTAGES</a:t>
            </a:r>
            <a:endParaRPr dirty="0"/>
          </a:p>
        </p:txBody>
      </p:sp>
      <p:sp>
        <p:nvSpPr>
          <p:cNvPr id="423" name="Google Shape;423;p31"/>
          <p:cNvSpPr txBox="1">
            <a:spLocks noGrp="1"/>
          </p:cNvSpPr>
          <p:nvPr>
            <p:ph type="body" idx="1"/>
          </p:nvPr>
        </p:nvSpPr>
        <p:spPr>
          <a:xfrm>
            <a:off x="815167" y="966891"/>
            <a:ext cx="7621200" cy="4391700"/>
          </a:xfrm>
          <a:prstGeom prst="rect">
            <a:avLst/>
          </a:prstGeom>
          <a:noFill/>
          <a:ln>
            <a:noFill/>
          </a:ln>
        </p:spPr>
        <p:txBody>
          <a:bodyPr spcFirstLastPara="1" wrap="square" lIns="121875" tIns="121875" rIns="121875" bIns="121875" anchor="t" anchorCtr="0">
            <a:noAutofit/>
          </a:bodyPr>
          <a:lstStyle/>
          <a:p>
            <a:pPr marL="0" lvl="0" indent="0">
              <a:spcAft>
                <a:spcPts val="2100"/>
              </a:spcAft>
              <a:buNone/>
            </a:pPr>
            <a:r>
              <a:rPr lang="en-US" dirty="0"/>
              <a:t>Low Power Consumption: Operates efficiently, suitable for remote locations with limited power supply.</a:t>
            </a:r>
          </a:p>
          <a:p>
            <a:pPr marL="0" lvl="0" indent="0">
              <a:spcAft>
                <a:spcPts val="2100"/>
              </a:spcAft>
              <a:buNone/>
            </a:pPr>
            <a:r>
              <a:rPr lang="en-US" dirty="0"/>
              <a:t>Ease of Deployment: Wireless sensors simplify installation in challenging terrains prone to landslides.</a:t>
            </a:r>
          </a:p>
          <a:p>
            <a:pPr marL="0" lvl="0" indent="0">
              <a:spcAft>
                <a:spcPts val="2100"/>
              </a:spcAft>
              <a:buNone/>
            </a:pPr>
            <a:r>
              <a:rPr lang="en-US" dirty="0"/>
              <a:t>Scalability: Easily expandable by adding more sensors to cover larger areas or multiple monitoring points.</a:t>
            </a:r>
          </a:p>
          <a:p>
            <a:pPr marL="0" lvl="0" indent="0">
              <a:spcAft>
                <a:spcPts val="2100"/>
              </a:spcAft>
              <a:buNone/>
            </a:pPr>
            <a:r>
              <a:rPr lang="en-US" dirty="0"/>
              <a:t>User-Friendly Interface: Simple LCD display allows non-technical users to monitor conditions effectively.</a:t>
            </a:r>
          </a:p>
          <a:p>
            <a:pPr marL="0" lvl="0" indent="0">
              <a:spcAft>
                <a:spcPts val="2100"/>
              </a:spcAft>
              <a:buNone/>
            </a:pPr>
            <a:r>
              <a:rPr lang="en-US" dirty="0" smtClean="0"/>
              <a:t>.</a:t>
            </a:r>
            <a:endParaRPr lang="en-US" dirty="0"/>
          </a:p>
        </p:txBody>
      </p:sp>
    </p:spTree>
    <p:extLst>
      <p:ext uri="{BB962C8B-B14F-4D97-AF65-F5344CB8AC3E}">
        <p14:creationId xmlns:p14="http://schemas.microsoft.com/office/powerpoint/2010/main" val="7226315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2"/>
          <p:cNvSpPr txBox="1">
            <a:spLocks noGrp="1"/>
          </p:cNvSpPr>
          <p:nvPr>
            <p:ph type="title"/>
          </p:nvPr>
        </p:nvSpPr>
        <p:spPr>
          <a:xfrm>
            <a:off x="-68366" y="352885"/>
            <a:ext cx="3573521" cy="383700"/>
          </a:xfrm>
          <a:prstGeom prst="rect">
            <a:avLst/>
          </a:prstGeom>
          <a:noFill/>
          <a:ln>
            <a:noFill/>
          </a:ln>
        </p:spPr>
        <p:txBody>
          <a:bodyPr spcFirstLastPara="1" wrap="square" lIns="121875" tIns="121875" rIns="121875" bIns="121875" anchor="ctr" anchorCtr="0">
            <a:noAutofit/>
          </a:bodyPr>
          <a:lstStyle/>
          <a:p>
            <a:pPr lvl="0"/>
            <a:r>
              <a:rPr lang="en-IN" dirty="0" smtClean="0"/>
              <a:t>DISADVANTAGES</a:t>
            </a:r>
            <a:endParaRPr dirty="0"/>
          </a:p>
        </p:txBody>
      </p:sp>
      <p:sp>
        <p:nvSpPr>
          <p:cNvPr id="437" name="Google Shape;437;p32"/>
          <p:cNvSpPr txBox="1">
            <a:spLocks noGrp="1"/>
          </p:cNvSpPr>
          <p:nvPr>
            <p:ph type="body" idx="1"/>
          </p:nvPr>
        </p:nvSpPr>
        <p:spPr>
          <a:xfrm>
            <a:off x="873640" y="919057"/>
            <a:ext cx="7621200" cy="4391700"/>
          </a:xfrm>
          <a:prstGeom prst="rect">
            <a:avLst/>
          </a:prstGeom>
          <a:noFill/>
          <a:ln>
            <a:noFill/>
          </a:ln>
        </p:spPr>
        <p:txBody>
          <a:bodyPr spcFirstLastPara="1" wrap="square" lIns="121875" tIns="121875" rIns="121875" bIns="121875" anchor="t" anchorCtr="0">
            <a:noAutofit/>
          </a:bodyPr>
          <a:lstStyle/>
          <a:p>
            <a:pPr marL="0" lvl="0" indent="0">
              <a:spcAft>
                <a:spcPts val="2100"/>
              </a:spcAft>
              <a:buNone/>
            </a:pPr>
            <a:r>
              <a:rPr lang="en-US" sz="2500" dirty="0" smtClean="0"/>
              <a:t>Limited </a:t>
            </a:r>
            <a:r>
              <a:rPr lang="en-US" sz="2500" dirty="0"/>
              <a:t>Detection Range: The system may only monitor specific areas, missing landslides occurring outside the monitored range.</a:t>
            </a:r>
          </a:p>
          <a:p>
            <a:pPr marL="0" lvl="0" indent="0">
              <a:spcAft>
                <a:spcPts val="2100"/>
              </a:spcAft>
              <a:buNone/>
            </a:pPr>
            <a:r>
              <a:rPr lang="en-US" sz="2500" dirty="0"/>
              <a:t>Sensitivity Issues: The vibration sensor may not detect all ground movements, leading to false alarms or missed alerts for minor vibrations.</a:t>
            </a:r>
          </a:p>
          <a:p>
            <a:pPr marL="0" lvl="0" indent="0">
              <a:spcAft>
                <a:spcPts val="2100"/>
              </a:spcAft>
              <a:buNone/>
            </a:pPr>
            <a:r>
              <a:rPr lang="en-US" sz="2500" dirty="0"/>
              <a:t>Environmental Sensitivity: Weather conditions (e.g., heavy rain or snow) can affect sensor performance and accuracy.</a:t>
            </a:r>
          </a:p>
          <a:p>
            <a:pPr marL="0" lvl="0" indent="0">
              <a:spcAft>
                <a:spcPts val="2100"/>
              </a:spcAft>
              <a:buNone/>
            </a:pPr>
            <a:r>
              <a:rPr lang="en-US" dirty="0" smtClean="0"/>
              <a:t>.</a:t>
            </a:r>
            <a:endParaRPr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2"/>
          <p:cNvSpPr txBox="1">
            <a:spLocks noGrp="1"/>
          </p:cNvSpPr>
          <p:nvPr>
            <p:ph type="title"/>
          </p:nvPr>
        </p:nvSpPr>
        <p:spPr>
          <a:xfrm>
            <a:off x="-68366" y="352885"/>
            <a:ext cx="3573521" cy="383700"/>
          </a:xfrm>
          <a:prstGeom prst="rect">
            <a:avLst/>
          </a:prstGeom>
          <a:noFill/>
          <a:ln>
            <a:noFill/>
          </a:ln>
        </p:spPr>
        <p:txBody>
          <a:bodyPr spcFirstLastPara="1" wrap="square" lIns="121875" tIns="121875" rIns="121875" bIns="121875" anchor="ctr" anchorCtr="0">
            <a:noAutofit/>
          </a:bodyPr>
          <a:lstStyle/>
          <a:p>
            <a:pPr lvl="0"/>
            <a:r>
              <a:rPr lang="en-IN" dirty="0" smtClean="0"/>
              <a:t>DISADVANTAGES</a:t>
            </a:r>
            <a:endParaRPr dirty="0"/>
          </a:p>
        </p:txBody>
      </p:sp>
      <p:sp>
        <p:nvSpPr>
          <p:cNvPr id="437" name="Google Shape;437;p32"/>
          <p:cNvSpPr txBox="1">
            <a:spLocks noGrp="1"/>
          </p:cNvSpPr>
          <p:nvPr>
            <p:ph type="body" idx="1"/>
          </p:nvPr>
        </p:nvSpPr>
        <p:spPr>
          <a:xfrm>
            <a:off x="726155" y="992799"/>
            <a:ext cx="7621200" cy="4391700"/>
          </a:xfrm>
          <a:prstGeom prst="rect">
            <a:avLst/>
          </a:prstGeom>
          <a:noFill/>
          <a:ln>
            <a:noFill/>
          </a:ln>
        </p:spPr>
        <p:txBody>
          <a:bodyPr spcFirstLastPara="1" wrap="square" lIns="121875" tIns="121875" rIns="121875" bIns="121875" anchor="t" anchorCtr="0">
            <a:noAutofit/>
          </a:bodyPr>
          <a:lstStyle/>
          <a:p>
            <a:pPr marL="0" lvl="0" indent="0">
              <a:spcAft>
                <a:spcPts val="2100"/>
              </a:spcAft>
              <a:buNone/>
            </a:pPr>
            <a:r>
              <a:rPr lang="en-US" dirty="0"/>
              <a:t>Maintenance Requirements: Regular maintenance is needed to ensure sensors function properly, as they can become damaged or corroded over time.</a:t>
            </a:r>
          </a:p>
          <a:p>
            <a:pPr marL="0" lvl="0" indent="0">
              <a:spcAft>
                <a:spcPts val="2100"/>
              </a:spcAft>
              <a:buNone/>
            </a:pPr>
            <a:r>
              <a:rPr lang="en-US" dirty="0" smtClean="0"/>
              <a:t>Cost </a:t>
            </a:r>
            <a:r>
              <a:rPr lang="en-US" dirty="0"/>
              <a:t>Implications: While initial costs may be low, deploying multiple sensors across larger areas can become expensive</a:t>
            </a:r>
            <a:r>
              <a:rPr lang="en-US" dirty="0" smtClean="0"/>
              <a:t>.</a:t>
            </a:r>
            <a:endParaRPr lang="en-US" dirty="0"/>
          </a:p>
        </p:txBody>
      </p:sp>
    </p:spTree>
    <p:extLst>
      <p:ext uri="{BB962C8B-B14F-4D97-AF65-F5344CB8AC3E}">
        <p14:creationId xmlns:p14="http://schemas.microsoft.com/office/powerpoint/2010/main" val="9076634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9">
            <a:hlinkClick r:id="" action="ppaction://hlinkshowjump?jump=nextslide"/>
          </p:cNvPr>
          <p:cNvSpPr txBox="1">
            <a:spLocks noGrp="1"/>
          </p:cNvSpPr>
          <p:nvPr>
            <p:ph type="title"/>
          </p:nvPr>
        </p:nvSpPr>
        <p:spPr>
          <a:xfrm>
            <a:off x="2063469" y="3400478"/>
            <a:ext cx="5996100" cy="939600"/>
          </a:xfrm>
          <a:prstGeom prst="rect">
            <a:avLst/>
          </a:prstGeom>
          <a:noFill/>
          <a:ln>
            <a:noFill/>
          </a:ln>
        </p:spPr>
        <p:txBody>
          <a:bodyPr spcFirstLastPara="1" wrap="square" lIns="121875" tIns="121875" rIns="121875" bIns="121875" anchor="ctr" anchorCtr="0">
            <a:noAutofit/>
          </a:bodyPr>
          <a:lstStyle/>
          <a:p>
            <a:pPr marL="0" lvl="0" indent="0" algn="r" rtl="0">
              <a:lnSpc>
                <a:spcPct val="100000"/>
              </a:lnSpc>
              <a:spcBef>
                <a:spcPts val="0"/>
              </a:spcBef>
              <a:spcAft>
                <a:spcPts val="0"/>
              </a:spcAft>
              <a:buSzPts val="5000"/>
              <a:buNone/>
            </a:pPr>
            <a:r>
              <a:rPr lang="en" dirty="0"/>
              <a:t> </a:t>
            </a:r>
            <a:r>
              <a:rPr lang="en" sz="8000" dirty="0" smtClean="0"/>
              <a:t>THANK YOU</a:t>
            </a:r>
            <a:endParaRPr sz="8000" dirty="0"/>
          </a:p>
        </p:txBody>
      </p:sp>
    </p:spTree>
    <p:extLst>
      <p:ext uri="{BB962C8B-B14F-4D97-AF65-F5344CB8AC3E}">
        <p14:creationId xmlns:p14="http://schemas.microsoft.com/office/powerpoint/2010/main" val="2461377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SlidesMania · Digital Notebook with Sections">
  <a:themeElements>
    <a:clrScheme name="Simple Light">
      <a:dk1>
        <a:srgbClr val="000000"/>
      </a:dk1>
      <a:lt1>
        <a:srgbClr val="FFFFFF"/>
      </a:lt1>
      <a:dk2>
        <a:srgbClr val="303030"/>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610</Words>
  <Application>Microsoft Office PowerPoint</Application>
  <PresentationFormat>On-screen Show (16:10)</PresentationFormat>
  <Paragraphs>50</Paragraphs>
  <Slides>11</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Handlee</vt:lpstr>
      <vt:lpstr>Arial</vt:lpstr>
      <vt:lpstr>Segoe UI Light</vt:lpstr>
      <vt:lpstr>Barlow Condensed</vt:lpstr>
      <vt:lpstr>Arial Narrow</vt:lpstr>
      <vt:lpstr>Roboto Condensed</vt:lpstr>
      <vt:lpstr>Homemade Apple</vt:lpstr>
      <vt:lpstr>SlidesMania · Digital Notebook with Sections</vt:lpstr>
      <vt:lpstr> The Landslide Detection System</vt:lpstr>
      <vt:lpstr>Introduction</vt:lpstr>
      <vt:lpstr>APPARATUS</vt:lpstr>
      <vt:lpstr>Demonstration</vt:lpstr>
      <vt:lpstr>Demonstration</vt:lpstr>
      <vt:lpstr>Images</vt:lpstr>
      <vt:lpstr>ADVANTAGES</vt:lpstr>
      <vt:lpstr>ADVANTAGES</vt:lpstr>
      <vt:lpstr>DISADVANTAGES</vt:lpstr>
      <vt:lpstr>DISADVANTAGES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Here Goes Your Title.</dc:title>
  <cp:lastModifiedBy>udemy</cp:lastModifiedBy>
  <cp:revision>16</cp:revision>
  <dcterms:modified xsi:type="dcterms:W3CDTF">2024-11-30T04:23:45Z</dcterms:modified>
</cp:coreProperties>
</file>